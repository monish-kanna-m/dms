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38" r:id="rId2"/>
    <p:sldId id="267" r:id="rId3"/>
    <p:sldId id="268" r:id="rId4"/>
    <p:sldId id="258" r:id="rId5"/>
    <p:sldId id="259" r:id="rId6"/>
    <p:sldId id="465" r:id="rId7"/>
    <p:sldId id="348" r:id="rId8"/>
    <p:sldId id="349" r:id="rId9"/>
    <p:sldId id="473" r:id="rId10"/>
    <p:sldId id="350" r:id="rId11"/>
    <p:sldId id="351" r:id="rId12"/>
    <p:sldId id="412" r:id="rId13"/>
    <p:sldId id="352" r:id="rId14"/>
    <p:sldId id="414" r:id="rId15"/>
    <p:sldId id="353" r:id="rId16"/>
    <p:sldId id="413" r:id="rId17"/>
    <p:sldId id="354" r:id="rId18"/>
    <p:sldId id="355" r:id="rId19"/>
    <p:sldId id="474" r:id="rId20"/>
    <p:sldId id="356" r:id="rId21"/>
    <p:sldId id="357" r:id="rId22"/>
    <p:sldId id="475" r:id="rId23"/>
    <p:sldId id="437" r:id="rId24"/>
    <p:sldId id="379" r:id="rId25"/>
    <p:sldId id="432" r:id="rId26"/>
    <p:sldId id="492" r:id="rId27"/>
    <p:sldId id="358" r:id="rId28"/>
    <p:sldId id="359" r:id="rId29"/>
    <p:sldId id="360" r:id="rId30"/>
    <p:sldId id="361" r:id="rId31"/>
    <p:sldId id="362" r:id="rId32"/>
    <p:sldId id="363" r:id="rId33"/>
    <p:sldId id="364" r:id="rId34"/>
    <p:sldId id="476" r:id="rId35"/>
    <p:sldId id="365" r:id="rId36"/>
    <p:sldId id="366" r:id="rId37"/>
    <p:sldId id="367" r:id="rId38"/>
    <p:sldId id="374" r:id="rId39"/>
    <p:sldId id="375" r:id="rId40"/>
    <p:sldId id="376" r:id="rId41"/>
    <p:sldId id="377" r:id="rId42"/>
    <p:sldId id="378" r:id="rId43"/>
    <p:sldId id="431" r:id="rId44"/>
    <p:sldId id="491" r:id="rId45"/>
    <p:sldId id="380" r:id="rId46"/>
    <p:sldId id="480" r:id="rId47"/>
    <p:sldId id="481" r:id="rId48"/>
    <p:sldId id="482" r:id="rId49"/>
    <p:sldId id="483" r:id="rId50"/>
    <p:sldId id="484" r:id="rId51"/>
    <p:sldId id="485" r:id="rId52"/>
    <p:sldId id="487" r:id="rId53"/>
    <p:sldId id="486" r:id="rId54"/>
    <p:sldId id="490" r:id="rId55"/>
    <p:sldId id="493"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67EBA-1B80-4E83-F269-BA642D4134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33E4A-EC48-3352-CE8E-28B7964720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A30981-F338-9B72-9850-7978B82F1D87}"/>
              </a:ext>
            </a:extLst>
          </p:cNvPr>
          <p:cNvSpPr>
            <a:spLocks noGrp="1"/>
          </p:cNvSpPr>
          <p:nvPr>
            <p:ph type="dt" sz="half" idx="10"/>
          </p:nvPr>
        </p:nvSpPr>
        <p:spPr/>
        <p:txBody>
          <a:bodyPr/>
          <a:lstStyle/>
          <a:p>
            <a:fld id="{04CEA01A-63C6-4D43-AFDC-4F80472F1DB5}" type="datetimeFigureOut">
              <a:rPr lang="en-IN" smtClean="0"/>
              <a:t>02-05-2024</a:t>
            </a:fld>
            <a:endParaRPr lang="en-IN"/>
          </a:p>
        </p:txBody>
      </p:sp>
      <p:sp>
        <p:nvSpPr>
          <p:cNvPr id="5" name="Footer Placeholder 4">
            <a:extLst>
              <a:ext uri="{FF2B5EF4-FFF2-40B4-BE49-F238E27FC236}">
                <a16:creationId xmlns:a16="http://schemas.microsoft.com/office/drawing/2014/main" id="{B176E78A-7699-BA02-5B2D-1D8E07CDC2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0E76FC-5CCD-143A-1ADC-D414C88F3C10}"/>
              </a:ext>
            </a:extLst>
          </p:cNvPr>
          <p:cNvSpPr>
            <a:spLocks noGrp="1"/>
          </p:cNvSpPr>
          <p:nvPr>
            <p:ph type="sldNum" sz="quarter" idx="12"/>
          </p:nvPr>
        </p:nvSpPr>
        <p:spPr/>
        <p:txBody>
          <a:bodyPr/>
          <a:lstStyle/>
          <a:p>
            <a:fld id="{75A15CE4-6C19-47D4-904B-872409052275}" type="slidenum">
              <a:rPr lang="en-IN" smtClean="0"/>
              <a:t>‹#›</a:t>
            </a:fld>
            <a:endParaRPr lang="en-IN"/>
          </a:p>
        </p:txBody>
      </p:sp>
    </p:spTree>
    <p:extLst>
      <p:ext uri="{BB962C8B-B14F-4D97-AF65-F5344CB8AC3E}">
        <p14:creationId xmlns:p14="http://schemas.microsoft.com/office/powerpoint/2010/main" val="377767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417B3-BEE2-33E6-8A8A-B0A089336E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16112F-B66A-3E6C-4DFD-3E6D259C11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F7B4B-1058-2184-0E69-B0E9EBA07BD6}"/>
              </a:ext>
            </a:extLst>
          </p:cNvPr>
          <p:cNvSpPr>
            <a:spLocks noGrp="1"/>
          </p:cNvSpPr>
          <p:nvPr>
            <p:ph type="dt" sz="half" idx="10"/>
          </p:nvPr>
        </p:nvSpPr>
        <p:spPr/>
        <p:txBody>
          <a:bodyPr/>
          <a:lstStyle/>
          <a:p>
            <a:fld id="{04CEA01A-63C6-4D43-AFDC-4F80472F1DB5}" type="datetimeFigureOut">
              <a:rPr lang="en-IN" smtClean="0"/>
              <a:t>02-05-2024</a:t>
            </a:fld>
            <a:endParaRPr lang="en-IN"/>
          </a:p>
        </p:txBody>
      </p:sp>
      <p:sp>
        <p:nvSpPr>
          <p:cNvPr id="5" name="Footer Placeholder 4">
            <a:extLst>
              <a:ext uri="{FF2B5EF4-FFF2-40B4-BE49-F238E27FC236}">
                <a16:creationId xmlns:a16="http://schemas.microsoft.com/office/drawing/2014/main" id="{0E89BA4D-9450-B7D7-97DD-0DC8EA944D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4E7EA8-24D4-0217-F533-89E3859EE361}"/>
              </a:ext>
            </a:extLst>
          </p:cNvPr>
          <p:cNvSpPr>
            <a:spLocks noGrp="1"/>
          </p:cNvSpPr>
          <p:nvPr>
            <p:ph type="sldNum" sz="quarter" idx="12"/>
          </p:nvPr>
        </p:nvSpPr>
        <p:spPr/>
        <p:txBody>
          <a:bodyPr/>
          <a:lstStyle/>
          <a:p>
            <a:fld id="{75A15CE4-6C19-47D4-904B-872409052275}" type="slidenum">
              <a:rPr lang="en-IN" smtClean="0"/>
              <a:t>‹#›</a:t>
            </a:fld>
            <a:endParaRPr lang="en-IN"/>
          </a:p>
        </p:txBody>
      </p:sp>
    </p:spTree>
    <p:extLst>
      <p:ext uri="{BB962C8B-B14F-4D97-AF65-F5344CB8AC3E}">
        <p14:creationId xmlns:p14="http://schemas.microsoft.com/office/powerpoint/2010/main" val="3329759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385FD-4819-C4C1-69B4-63CBD2F658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1D78457-B728-C207-B1FD-5A69D8A032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9193FE-08E2-E326-7A23-473373CF8FA4}"/>
              </a:ext>
            </a:extLst>
          </p:cNvPr>
          <p:cNvSpPr>
            <a:spLocks noGrp="1"/>
          </p:cNvSpPr>
          <p:nvPr>
            <p:ph type="dt" sz="half" idx="10"/>
          </p:nvPr>
        </p:nvSpPr>
        <p:spPr/>
        <p:txBody>
          <a:bodyPr/>
          <a:lstStyle/>
          <a:p>
            <a:fld id="{04CEA01A-63C6-4D43-AFDC-4F80472F1DB5}" type="datetimeFigureOut">
              <a:rPr lang="en-IN" smtClean="0"/>
              <a:t>02-05-2024</a:t>
            </a:fld>
            <a:endParaRPr lang="en-IN"/>
          </a:p>
        </p:txBody>
      </p:sp>
      <p:sp>
        <p:nvSpPr>
          <p:cNvPr id="5" name="Footer Placeholder 4">
            <a:extLst>
              <a:ext uri="{FF2B5EF4-FFF2-40B4-BE49-F238E27FC236}">
                <a16:creationId xmlns:a16="http://schemas.microsoft.com/office/drawing/2014/main" id="{97EA5580-513F-38E9-8E69-05EC6F4957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08FCB3-1F4E-2C27-2A19-E2DE09726CEC}"/>
              </a:ext>
            </a:extLst>
          </p:cNvPr>
          <p:cNvSpPr>
            <a:spLocks noGrp="1"/>
          </p:cNvSpPr>
          <p:nvPr>
            <p:ph type="sldNum" sz="quarter" idx="12"/>
          </p:nvPr>
        </p:nvSpPr>
        <p:spPr/>
        <p:txBody>
          <a:bodyPr/>
          <a:lstStyle/>
          <a:p>
            <a:fld id="{75A15CE4-6C19-47D4-904B-872409052275}" type="slidenum">
              <a:rPr lang="en-IN" smtClean="0"/>
              <a:t>‹#›</a:t>
            </a:fld>
            <a:endParaRPr lang="en-IN"/>
          </a:p>
        </p:txBody>
      </p:sp>
    </p:spTree>
    <p:extLst>
      <p:ext uri="{BB962C8B-B14F-4D97-AF65-F5344CB8AC3E}">
        <p14:creationId xmlns:p14="http://schemas.microsoft.com/office/powerpoint/2010/main" val="390024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F3F93-0988-5413-F1CC-32C73276FC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573CE4-C0AB-1F0B-AC73-F336443A99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38C528B-5726-D9CE-C9EF-14E106569C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3995D2E-3686-D0C6-FEE3-B8BBC48F4C7D}"/>
              </a:ext>
            </a:extLst>
          </p:cNvPr>
          <p:cNvSpPr>
            <a:spLocks noGrp="1"/>
          </p:cNvSpPr>
          <p:nvPr>
            <p:ph type="dt" sz="half" idx="10"/>
          </p:nvPr>
        </p:nvSpPr>
        <p:spPr/>
        <p:txBody>
          <a:bodyPr/>
          <a:lstStyle/>
          <a:p>
            <a:fld id="{04CEA01A-63C6-4D43-AFDC-4F80472F1DB5}" type="datetimeFigureOut">
              <a:rPr lang="en-IN" smtClean="0"/>
              <a:t>02-05-2024</a:t>
            </a:fld>
            <a:endParaRPr lang="en-IN"/>
          </a:p>
        </p:txBody>
      </p:sp>
      <p:sp>
        <p:nvSpPr>
          <p:cNvPr id="6" name="Footer Placeholder 5">
            <a:extLst>
              <a:ext uri="{FF2B5EF4-FFF2-40B4-BE49-F238E27FC236}">
                <a16:creationId xmlns:a16="http://schemas.microsoft.com/office/drawing/2014/main" id="{61BF7FA9-A0DB-B51A-CC19-306FEB5296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E502E3-B54A-A315-54BE-531C93E6D00B}"/>
              </a:ext>
            </a:extLst>
          </p:cNvPr>
          <p:cNvSpPr>
            <a:spLocks noGrp="1"/>
          </p:cNvSpPr>
          <p:nvPr>
            <p:ph type="sldNum" sz="quarter" idx="12"/>
          </p:nvPr>
        </p:nvSpPr>
        <p:spPr/>
        <p:txBody>
          <a:bodyPr/>
          <a:lstStyle/>
          <a:p>
            <a:fld id="{75A15CE4-6C19-47D4-904B-872409052275}" type="slidenum">
              <a:rPr lang="en-IN" smtClean="0"/>
              <a:t>‹#›</a:t>
            </a:fld>
            <a:endParaRPr lang="en-IN"/>
          </a:p>
        </p:txBody>
      </p:sp>
    </p:spTree>
    <p:extLst>
      <p:ext uri="{BB962C8B-B14F-4D97-AF65-F5344CB8AC3E}">
        <p14:creationId xmlns:p14="http://schemas.microsoft.com/office/powerpoint/2010/main" val="3152826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B1A6F-FEB0-7025-1990-0DAE1FBD7FE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294C5E-4866-47F6-F16A-3DD27828CC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27E40F-3D10-D606-FE1E-363408FBFA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FD7A0CE-805D-128D-E838-66623E686C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0B6707-A57E-B7E0-EDB5-3C2882EE15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42E4C24-E067-33AC-F600-5EB04A6F8620}"/>
              </a:ext>
            </a:extLst>
          </p:cNvPr>
          <p:cNvSpPr>
            <a:spLocks noGrp="1"/>
          </p:cNvSpPr>
          <p:nvPr>
            <p:ph type="dt" sz="half" idx="10"/>
          </p:nvPr>
        </p:nvSpPr>
        <p:spPr/>
        <p:txBody>
          <a:bodyPr/>
          <a:lstStyle/>
          <a:p>
            <a:fld id="{04CEA01A-63C6-4D43-AFDC-4F80472F1DB5}" type="datetimeFigureOut">
              <a:rPr lang="en-IN" smtClean="0"/>
              <a:t>02-05-2024</a:t>
            </a:fld>
            <a:endParaRPr lang="en-IN"/>
          </a:p>
        </p:txBody>
      </p:sp>
      <p:sp>
        <p:nvSpPr>
          <p:cNvPr id="8" name="Footer Placeholder 7">
            <a:extLst>
              <a:ext uri="{FF2B5EF4-FFF2-40B4-BE49-F238E27FC236}">
                <a16:creationId xmlns:a16="http://schemas.microsoft.com/office/drawing/2014/main" id="{DBC05550-11D0-27E5-2998-E2DDB1AC6AE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B89DC93-1D09-5F67-1B08-D207F56D6260}"/>
              </a:ext>
            </a:extLst>
          </p:cNvPr>
          <p:cNvSpPr>
            <a:spLocks noGrp="1"/>
          </p:cNvSpPr>
          <p:nvPr>
            <p:ph type="sldNum" sz="quarter" idx="12"/>
          </p:nvPr>
        </p:nvSpPr>
        <p:spPr/>
        <p:txBody>
          <a:bodyPr/>
          <a:lstStyle/>
          <a:p>
            <a:fld id="{75A15CE4-6C19-47D4-904B-872409052275}" type="slidenum">
              <a:rPr lang="en-IN" smtClean="0"/>
              <a:t>‹#›</a:t>
            </a:fld>
            <a:endParaRPr lang="en-IN"/>
          </a:p>
        </p:txBody>
      </p:sp>
    </p:spTree>
    <p:extLst>
      <p:ext uri="{BB962C8B-B14F-4D97-AF65-F5344CB8AC3E}">
        <p14:creationId xmlns:p14="http://schemas.microsoft.com/office/powerpoint/2010/main" val="2882401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48670-EC4C-7665-E219-4C3B9E517E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69A3524-3CBD-221A-E9EF-28ACDD43DC3C}"/>
              </a:ext>
            </a:extLst>
          </p:cNvPr>
          <p:cNvSpPr>
            <a:spLocks noGrp="1"/>
          </p:cNvSpPr>
          <p:nvPr>
            <p:ph type="dt" sz="half" idx="10"/>
          </p:nvPr>
        </p:nvSpPr>
        <p:spPr/>
        <p:txBody>
          <a:bodyPr/>
          <a:lstStyle/>
          <a:p>
            <a:fld id="{04CEA01A-63C6-4D43-AFDC-4F80472F1DB5}" type="datetimeFigureOut">
              <a:rPr lang="en-IN" smtClean="0"/>
              <a:t>02-05-2024</a:t>
            </a:fld>
            <a:endParaRPr lang="en-IN"/>
          </a:p>
        </p:txBody>
      </p:sp>
      <p:sp>
        <p:nvSpPr>
          <p:cNvPr id="4" name="Footer Placeholder 3">
            <a:extLst>
              <a:ext uri="{FF2B5EF4-FFF2-40B4-BE49-F238E27FC236}">
                <a16:creationId xmlns:a16="http://schemas.microsoft.com/office/drawing/2014/main" id="{EE06667F-83E1-A60C-3C4C-916D30E79B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8E94E60-0E7D-6E2B-D150-590728A428B6}"/>
              </a:ext>
            </a:extLst>
          </p:cNvPr>
          <p:cNvSpPr>
            <a:spLocks noGrp="1"/>
          </p:cNvSpPr>
          <p:nvPr>
            <p:ph type="sldNum" sz="quarter" idx="12"/>
          </p:nvPr>
        </p:nvSpPr>
        <p:spPr/>
        <p:txBody>
          <a:bodyPr/>
          <a:lstStyle/>
          <a:p>
            <a:fld id="{75A15CE4-6C19-47D4-904B-872409052275}" type="slidenum">
              <a:rPr lang="en-IN" smtClean="0"/>
              <a:t>‹#›</a:t>
            </a:fld>
            <a:endParaRPr lang="en-IN"/>
          </a:p>
        </p:txBody>
      </p:sp>
    </p:spTree>
    <p:extLst>
      <p:ext uri="{BB962C8B-B14F-4D97-AF65-F5344CB8AC3E}">
        <p14:creationId xmlns:p14="http://schemas.microsoft.com/office/powerpoint/2010/main" val="858770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208816-5125-3457-7184-BD773B6A5551}"/>
              </a:ext>
            </a:extLst>
          </p:cNvPr>
          <p:cNvSpPr>
            <a:spLocks noGrp="1"/>
          </p:cNvSpPr>
          <p:nvPr>
            <p:ph type="dt" sz="half" idx="10"/>
          </p:nvPr>
        </p:nvSpPr>
        <p:spPr/>
        <p:txBody>
          <a:bodyPr/>
          <a:lstStyle/>
          <a:p>
            <a:fld id="{04CEA01A-63C6-4D43-AFDC-4F80472F1DB5}" type="datetimeFigureOut">
              <a:rPr lang="en-IN" smtClean="0"/>
              <a:t>02-05-2024</a:t>
            </a:fld>
            <a:endParaRPr lang="en-IN"/>
          </a:p>
        </p:txBody>
      </p:sp>
      <p:sp>
        <p:nvSpPr>
          <p:cNvPr id="3" name="Footer Placeholder 2">
            <a:extLst>
              <a:ext uri="{FF2B5EF4-FFF2-40B4-BE49-F238E27FC236}">
                <a16:creationId xmlns:a16="http://schemas.microsoft.com/office/drawing/2014/main" id="{CD6A8996-F200-4C1D-E0DC-960DE99613B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56849DC-0B50-8E3E-FCCD-78D1AD971CA7}"/>
              </a:ext>
            </a:extLst>
          </p:cNvPr>
          <p:cNvSpPr>
            <a:spLocks noGrp="1"/>
          </p:cNvSpPr>
          <p:nvPr>
            <p:ph type="sldNum" sz="quarter" idx="12"/>
          </p:nvPr>
        </p:nvSpPr>
        <p:spPr/>
        <p:txBody>
          <a:bodyPr/>
          <a:lstStyle/>
          <a:p>
            <a:fld id="{75A15CE4-6C19-47D4-904B-872409052275}" type="slidenum">
              <a:rPr lang="en-IN" smtClean="0"/>
              <a:t>‹#›</a:t>
            </a:fld>
            <a:endParaRPr lang="en-IN"/>
          </a:p>
        </p:txBody>
      </p:sp>
    </p:spTree>
    <p:extLst>
      <p:ext uri="{BB962C8B-B14F-4D97-AF65-F5344CB8AC3E}">
        <p14:creationId xmlns:p14="http://schemas.microsoft.com/office/powerpoint/2010/main" val="1855317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28F63-1E54-A9B8-E099-C7B0B0C5D5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6E3ECEB-72EA-423C-7046-9D9A414B37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3B2A588-C39C-3DB2-E418-BEB6EB5963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E00597-5BB0-92E1-8671-4537F4821905}"/>
              </a:ext>
            </a:extLst>
          </p:cNvPr>
          <p:cNvSpPr>
            <a:spLocks noGrp="1"/>
          </p:cNvSpPr>
          <p:nvPr>
            <p:ph type="dt" sz="half" idx="10"/>
          </p:nvPr>
        </p:nvSpPr>
        <p:spPr/>
        <p:txBody>
          <a:bodyPr/>
          <a:lstStyle/>
          <a:p>
            <a:fld id="{04CEA01A-63C6-4D43-AFDC-4F80472F1DB5}" type="datetimeFigureOut">
              <a:rPr lang="en-IN" smtClean="0"/>
              <a:t>02-05-2024</a:t>
            </a:fld>
            <a:endParaRPr lang="en-IN"/>
          </a:p>
        </p:txBody>
      </p:sp>
      <p:sp>
        <p:nvSpPr>
          <p:cNvPr id="6" name="Footer Placeholder 5">
            <a:extLst>
              <a:ext uri="{FF2B5EF4-FFF2-40B4-BE49-F238E27FC236}">
                <a16:creationId xmlns:a16="http://schemas.microsoft.com/office/drawing/2014/main" id="{F71407DD-DDCD-4253-9A2C-59DEAB00F1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0E9FD2-1B79-8E78-1E8B-1F479C4C161E}"/>
              </a:ext>
            </a:extLst>
          </p:cNvPr>
          <p:cNvSpPr>
            <a:spLocks noGrp="1"/>
          </p:cNvSpPr>
          <p:nvPr>
            <p:ph type="sldNum" sz="quarter" idx="12"/>
          </p:nvPr>
        </p:nvSpPr>
        <p:spPr/>
        <p:txBody>
          <a:bodyPr/>
          <a:lstStyle/>
          <a:p>
            <a:fld id="{75A15CE4-6C19-47D4-904B-872409052275}" type="slidenum">
              <a:rPr lang="en-IN" smtClean="0"/>
              <a:t>‹#›</a:t>
            </a:fld>
            <a:endParaRPr lang="en-IN"/>
          </a:p>
        </p:txBody>
      </p:sp>
    </p:spTree>
    <p:extLst>
      <p:ext uri="{BB962C8B-B14F-4D97-AF65-F5344CB8AC3E}">
        <p14:creationId xmlns:p14="http://schemas.microsoft.com/office/powerpoint/2010/main" val="600524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305F3-4206-F3CF-C077-83E95247A6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0C828A2-EF62-F3A5-316B-931FE50049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3515702-9E71-CE88-EEBA-D47CD9AC3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47EAB9-B3AF-7166-609E-91EA00548BE8}"/>
              </a:ext>
            </a:extLst>
          </p:cNvPr>
          <p:cNvSpPr>
            <a:spLocks noGrp="1"/>
          </p:cNvSpPr>
          <p:nvPr>
            <p:ph type="dt" sz="half" idx="10"/>
          </p:nvPr>
        </p:nvSpPr>
        <p:spPr/>
        <p:txBody>
          <a:bodyPr/>
          <a:lstStyle/>
          <a:p>
            <a:fld id="{04CEA01A-63C6-4D43-AFDC-4F80472F1DB5}" type="datetimeFigureOut">
              <a:rPr lang="en-IN" smtClean="0"/>
              <a:t>02-05-2024</a:t>
            </a:fld>
            <a:endParaRPr lang="en-IN"/>
          </a:p>
        </p:txBody>
      </p:sp>
      <p:sp>
        <p:nvSpPr>
          <p:cNvPr id="6" name="Footer Placeholder 5">
            <a:extLst>
              <a:ext uri="{FF2B5EF4-FFF2-40B4-BE49-F238E27FC236}">
                <a16:creationId xmlns:a16="http://schemas.microsoft.com/office/drawing/2014/main" id="{89432A20-4592-330F-AC86-E1380D7271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0523ED-D4FF-0388-842D-57D502C09709}"/>
              </a:ext>
            </a:extLst>
          </p:cNvPr>
          <p:cNvSpPr>
            <a:spLocks noGrp="1"/>
          </p:cNvSpPr>
          <p:nvPr>
            <p:ph type="sldNum" sz="quarter" idx="12"/>
          </p:nvPr>
        </p:nvSpPr>
        <p:spPr/>
        <p:txBody>
          <a:bodyPr/>
          <a:lstStyle/>
          <a:p>
            <a:fld id="{75A15CE4-6C19-47D4-904B-872409052275}" type="slidenum">
              <a:rPr lang="en-IN" smtClean="0"/>
              <a:t>‹#›</a:t>
            </a:fld>
            <a:endParaRPr lang="en-IN"/>
          </a:p>
        </p:txBody>
      </p:sp>
    </p:spTree>
    <p:extLst>
      <p:ext uri="{BB962C8B-B14F-4D97-AF65-F5344CB8AC3E}">
        <p14:creationId xmlns:p14="http://schemas.microsoft.com/office/powerpoint/2010/main" val="4184638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4E1B3-F738-E378-81B3-77637001CD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DC144F-7EFB-D9F4-5699-2C360E89C3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7CC484-819E-DBAB-7694-49C2CB640F44}"/>
              </a:ext>
            </a:extLst>
          </p:cNvPr>
          <p:cNvSpPr>
            <a:spLocks noGrp="1"/>
          </p:cNvSpPr>
          <p:nvPr>
            <p:ph type="dt" sz="half" idx="10"/>
          </p:nvPr>
        </p:nvSpPr>
        <p:spPr/>
        <p:txBody>
          <a:bodyPr/>
          <a:lstStyle/>
          <a:p>
            <a:fld id="{04CEA01A-63C6-4D43-AFDC-4F80472F1DB5}" type="datetimeFigureOut">
              <a:rPr lang="en-IN" smtClean="0"/>
              <a:t>02-05-2024</a:t>
            </a:fld>
            <a:endParaRPr lang="en-IN"/>
          </a:p>
        </p:txBody>
      </p:sp>
      <p:sp>
        <p:nvSpPr>
          <p:cNvPr id="5" name="Footer Placeholder 4">
            <a:extLst>
              <a:ext uri="{FF2B5EF4-FFF2-40B4-BE49-F238E27FC236}">
                <a16:creationId xmlns:a16="http://schemas.microsoft.com/office/drawing/2014/main" id="{E76438D1-EE45-EA8C-F5A4-871C7B44F5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0D32E0-064A-FB8D-8589-4C7047D8008E}"/>
              </a:ext>
            </a:extLst>
          </p:cNvPr>
          <p:cNvSpPr>
            <a:spLocks noGrp="1"/>
          </p:cNvSpPr>
          <p:nvPr>
            <p:ph type="sldNum" sz="quarter" idx="12"/>
          </p:nvPr>
        </p:nvSpPr>
        <p:spPr/>
        <p:txBody>
          <a:bodyPr/>
          <a:lstStyle/>
          <a:p>
            <a:fld id="{75A15CE4-6C19-47D4-904B-872409052275}" type="slidenum">
              <a:rPr lang="en-IN" smtClean="0"/>
              <a:t>‹#›</a:t>
            </a:fld>
            <a:endParaRPr lang="en-IN"/>
          </a:p>
        </p:txBody>
      </p:sp>
    </p:spTree>
    <p:extLst>
      <p:ext uri="{BB962C8B-B14F-4D97-AF65-F5344CB8AC3E}">
        <p14:creationId xmlns:p14="http://schemas.microsoft.com/office/powerpoint/2010/main" val="1078575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E0E57B-20DA-5385-3907-6590D462C0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461D89-1136-8FC9-004C-30024731FC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CFCCB9-1101-4F2B-E42D-2203A886ED36}"/>
              </a:ext>
            </a:extLst>
          </p:cNvPr>
          <p:cNvSpPr>
            <a:spLocks noGrp="1"/>
          </p:cNvSpPr>
          <p:nvPr>
            <p:ph type="dt" sz="half" idx="10"/>
          </p:nvPr>
        </p:nvSpPr>
        <p:spPr/>
        <p:txBody>
          <a:bodyPr/>
          <a:lstStyle/>
          <a:p>
            <a:fld id="{04CEA01A-63C6-4D43-AFDC-4F80472F1DB5}" type="datetimeFigureOut">
              <a:rPr lang="en-IN" smtClean="0"/>
              <a:t>02-05-2024</a:t>
            </a:fld>
            <a:endParaRPr lang="en-IN"/>
          </a:p>
        </p:txBody>
      </p:sp>
      <p:sp>
        <p:nvSpPr>
          <p:cNvPr id="5" name="Footer Placeholder 4">
            <a:extLst>
              <a:ext uri="{FF2B5EF4-FFF2-40B4-BE49-F238E27FC236}">
                <a16:creationId xmlns:a16="http://schemas.microsoft.com/office/drawing/2014/main" id="{D69AB28C-61EB-1287-26F9-846F5A86CC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C0218E-74A8-4476-D9E8-A0498C52B1D1}"/>
              </a:ext>
            </a:extLst>
          </p:cNvPr>
          <p:cNvSpPr>
            <a:spLocks noGrp="1"/>
          </p:cNvSpPr>
          <p:nvPr>
            <p:ph type="sldNum" sz="quarter" idx="12"/>
          </p:nvPr>
        </p:nvSpPr>
        <p:spPr/>
        <p:txBody>
          <a:bodyPr/>
          <a:lstStyle/>
          <a:p>
            <a:fld id="{75A15CE4-6C19-47D4-904B-872409052275}" type="slidenum">
              <a:rPr lang="en-IN" smtClean="0"/>
              <a:t>‹#›</a:t>
            </a:fld>
            <a:endParaRPr lang="en-IN"/>
          </a:p>
        </p:txBody>
      </p:sp>
    </p:spTree>
    <p:extLst>
      <p:ext uri="{BB962C8B-B14F-4D97-AF65-F5344CB8AC3E}">
        <p14:creationId xmlns:p14="http://schemas.microsoft.com/office/powerpoint/2010/main" val="1950870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E55E05-116A-9F2B-DF7C-1D332D7E9E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4810320-09BE-96A1-CFA7-1AB96FB416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25545A-93A9-241D-AD1D-7620D02ADB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CEA01A-63C6-4D43-AFDC-4F80472F1DB5}" type="datetimeFigureOut">
              <a:rPr lang="en-IN" smtClean="0"/>
              <a:t>02-05-2024</a:t>
            </a:fld>
            <a:endParaRPr lang="en-IN"/>
          </a:p>
        </p:txBody>
      </p:sp>
      <p:sp>
        <p:nvSpPr>
          <p:cNvPr id="5" name="Footer Placeholder 4">
            <a:extLst>
              <a:ext uri="{FF2B5EF4-FFF2-40B4-BE49-F238E27FC236}">
                <a16:creationId xmlns:a16="http://schemas.microsoft.com/office/drawing/2014/main" id="{4CBFFAA8-8E24-1311-723A-580F740195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779F015-5DEF-1ECC-055E-B436F4411F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A15CE4-6C19-47D4-904B-872409052275}" type="slidenum">
              <a:rPr lang="en-IN" smtClean="0"/>
              <a:t>‹#›</a:t>
            </a:fld>
            <a:endParaRPr lang="en-IN"/>
          </a:p>
        </p:txBody>
      </p:sp>
    </p:spTree>
    <p:extLst>
      <p:ext uri="{BB962C8B-B14F-4D97-AF65-F5344CB8AC3E}">
        <p14:creationId xmlns:p14="http://schemas.microsoft.com/office/powerpoint/2010/main" val="2861546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gif"/><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1681A-2D43-7294-5849-CBC398C3FA3F}"/>
              </a:ext>
            </a:extLst>
          </p:cNvPr>
          <p:cNvSpPr>
            <a:spLocks noGrp="1"/>
          </p:cNvSpPr>
          <p:nvPr>
            <p:ph type="ctrTitle"/>
          </p:nvPr>
        </p:nvSpPr>
        <p:spPr>
          <a:xfrm>
            <a:off x="0" y="2794151"/>
            <a:ext cx="12192000" cy="1188170"/>
          </a:xfrm>
        </p:spPr>
        <p:style>
          <a:lnRef idx="3">
            <a:schemeClr val="lt1"/>
          </a:lnRef>
          <a:fillRef idx="1">
            <a:schemeClr val="accent1"/>
          </a:fillRef>
          <a:effectRef idx="1">
            <a:schemeClr val="accent1"/>
          </a:effectRef>
          <a:fontRef idx="minor">
            <a:schemeClr val="lt1"/>
          </a:fontRef>
        </p:style>
        <p:txBody>
          <a:bodyPr>
            <a:normAutofit/>
          </a:bodyPr>
          <a:lstStyle/>
          <a:p>
            <a:r>
              <a:rPr lang="en-US" sz="66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Rounded MT Bold" panose="020F0704030504030204" pitchFamily="34" charset="0"/>
                <a:ea typeface="Verdana" panose="020B0604030504040204" pitchFamily="34" charset="0"/>
                <a:cs typeface="Times New Roman" panose="02020603050405020304" pitchFamily="18" charset="0"/>
              </a:rPr>
              <a:t>U23CS301-Data Structures</a:t>
            </a:r>
            <a:endParaRPr lang="en-IN" sz="66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Rounded MT Bold" panose="020F0704030504030204" pitchFamily="34" charset="0"/>
              <a:ea typeface="Verdana" panose="020B0604030504040204" pitchFamily="34" charset="0"/>
              <a:cs typeface="Times New Roman" panose="02020603050405020304" pitchFamily="18" charset="0"/>
            </a:endParaRPr>
          </a:p>
        </p:txBody>
      </p:sp>
      <p:sp>
        <p:nvSpPr>
          <p:cNvPr id="3" name="Subtitle 2">
            <a:extLst>
              <a:ext uri="{FF2B5EF4-FFF2-40B4-BE49-F238E27FC236}">
                <a16:creationId xmlns:a16="http://schemas.microsoft.com/office/drawing/2014/main" id="{056C0AD2-8504-71E6-296A-F9352005EDCE}"/>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192130BB-2F5F-CF8D-390F-08E1F87EAC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465" y="-171307"/>
            <a:ext cx="12917684" cy="3105894"/>
          </a:xfrm>
          <a:prstGeom prst="rect">
            <a:avLst/>
          </a:prstGeom>
        </p:spPr>
      </p:pic>
      <p:pic>
        <p:nvPicPr>
          <p:cNvPr id="9" name="Picture 8">
            <a:extLst>
              <a:ext uri="{FF2B5EF4-FFF2-40B4-BE49-F238E27FC236}">
                <a16:creationId xmlns:a16="http://schemas.microsoft.com/office/drawing/2014/main" id="{C31F8E84-45E5-BE43-A60D-284900BBF4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7911" y="4120249"/>
            <a:ext cx="5443825" cy="2400367"/>
          </a:xfrm>
          <a:prstGeom prst="rect">
            <a:avLst/>
          </a:prstGeom>
        </p:spPr>
      </p:pic>
      <p:sp>
        <p:nvSpPr>
          <p:cNvPr id="4" name="Rectangle 3">
            <a:extLst>
              <a:ext uri="{FF2B5EF4-FFF2-40B4-BE49-F238E27FC236}">
                <a16:creationId xmlns:a16="http://schemas.microsoft.com/office/drawing/2014/main" id="{8AB0F976-FBAA-4383-E370-E689BFA078AF}"/>
              </a:ext>
            </a:extLst>
          </p:cNvPr>
          <p:cNvSpPr/>
          <p:nvPr/>
        </p:nvSpPr>
        <p:spPr>
          <a:xfrm>
            <a:off x="8835992" y="6352960"/>
            <a:ext cx="3356008" cy="5050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Rounded MT Bold" panose="020F0704030504030204" pitchFamily="34" charset="0"/>
              </a:rPr>
              <a:t>PARVATHY.K AP/AI&amp;DS</a:t>
            </a:r>
          </a:p>
        </p:txBody>
      </p:sp>
    </p:spTree>
    <p:extLst>
      <p:ext uri="{BB962C8B-B14F-4D97-AF65-F5344CB8AC3E}">
        <p14:creationId xmlns:p14="http://schemas.microsoft.com/office/powerpoint/2010/main" val="1615597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E7F2D-A20A-D79A-3214-F7472E13F9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5D9806-0556-80A3-4160-51EB8C9CC4F5}"/>
              </a:ext>
            </a:extLst>
          </p:cNvPr>
          <p:cNvSpPr>
            <a:spLocks noGrp="1"/>
          </p:cNvSpPr>
          <p:nvPr>
            <p:ph type="title"/>
          </p:nvPr>
        </p:nvSpPr>
        <p:spPr/>
        <p:txBody>
          <a:bodyPr/>
          <a:lstStyle/>
          <a:p>
            <a:r>
              <a:rPr lang="en-US" b="1" dirty="0">
                <a:solidFill>
                  <a:srgbClr val="FF33CC"/>
                </a:solidFill>
                <a:latin typeface="+mn-lt"/>
                <a:ea typeface="Verdana" panose="020B0604030504040204" pitchFamily="34" charset="0"/>
              </a:rPr>
              <a:t>Course Objectives:</a:t>
            </a:r>
            <a:endParaRPr lang="en-IN" b="1" dirty="0">
              <a:solidFill>
                <a:srgbClr val="FF33CC"/>
              </a:solidFill>
              <a:latin typeface="+mn-lt"/>
              <a:ea typeface="Verdana" panose="020B0604030504040204" pitchFamily="34" charset="0"/>
            </a:endParaRPr>
          </a:p>
        </p:txBody>
      </p:sp>
      <p:sp>
        <p:nvSpPr>
          <p:cNvPr id="3" name="Content Placeholder 2">
            <a:extLst>
              <a:ext uri="{FF2B5EF4-FFF2-40B4-BE49-F238E27FC236}">
                <a16:creationId xmlns:a16="http://schemas.microsoft.com/office/drawing/2014/main" id="{8869284F-DC36-A495-7D8E-29D6E30371A1}"/>
              </a:ext>
            </a:extLst>
          </p:cNvPr>
          <p:cNvSpPr>
            <a:spLocks noGrp="1"/>
          </p:cNvSpPr>
          <p:nvPr>
            <p:ph idx="1"/>
          </p:nvPr>
        </p:nvSpPr>
        <p:spPr>
          <a:xfrm>
            <a:off x="838200" y="1690688"/>
            <a:ext cx="10515600" cy="4486275"/>
          </a:xfrm>
        </p:spPr>
        <p:txBody>
          <a:bodyPr>
            <a:normAutofit fontScale="77500" lnSpcReduction="20000"/>
          </a:bodyPr>
          <a:lstStyle/>
          <a:p>
            <a:pPr algn="just">
              <a:lnSpc>
                <a:spcPct val="150000"/>
              </a:lnSpc>
            </a:pPr>
            <a:r>
              <a:rPr lang="en-US" sz="3600" dirty="0">
                <a:solidFill>
                  <a:srgbClr val="0000FF"/>
                </a:solidFill>
                <a:latin typeface="Verdana" panose="020B0604030504040204" pitchFamily="34" charset="0"/>
                <a:ea typeface="Verdana" panose="020B0604030504040204" pitchFamily="34" charset="0"/>
              </a:rPr>
              <a:t>To understand the concepts of abstract data types.</a:t>
            </a:r>
          </a:p>
          <a:p>
            <a:pPr algn="just">
              <a:lnSpc>
                <a:spcPct val="150000"/>
              </a:lnSpc>
            </a:pPr>
            <a:r>
              <a:rPr lang="en-US" sz="3600" dirty="0">
                <a:solidFill>
                  <a:srgbClr val="0000FF"/>
                </a:solidFill>
                <a:latin typeface="Verdana" panose="020B0604030504040204" pitchFamily="34" charset="0"/>
                <a:ea typeface="Verdana" panose="020B0604030504040204" pitchFamily="34" charset="0"/>
              </a:rPr>
              <a:t>To learn linear data structures – lists, stacks, and queues.</a:t>
            </a:r>
          </a:p>
          <a:p>
            <a:pPr algn="just">
              <a:lnSpc>
                <a:spcPct val="150000"/>
              </a:lnSpc>
            </a:pPr>
            <a:r>
              <a:rPr lang="en-US" sz="3600" dirty="0">
                <a:solidFill>
                  <a:srgbClr val="0000FF"/>
                </a:solidFill>
                <a:latin typeface="Verdana" panose="020B0604030504040204" pitchFamily="34" charset="0"/>
                <a:ea typeface="Verdana" panose="020B0604030504040204" pitchFamily="34" charset="0"/>
              </a:rPr>
              <a:t>To understand sorting, searching and hashing algorithms.</a:t>
            </a:r>
          </a:p>
          <a:p>
            <a:pPr algn="just">
              <a:lnSpc>
                <a:spcPct val="150000"/>
              </a:lnSpc>
            </a:pPr>
            <a:r>
              <a:rPr lang="en-US" sz="3600" dirty="0">
                <a:solidFill>
                  <a:srgbClr val="0000FF"/>
                </a:solidFill>
                <a:latin typeface="Verdana" panose="020B0604030504040204" pitchFamily="34" charset="0"/>
                <a:ea typeface="Verdana" panose="020B0604030504040204" pitchFamily="34" charset="0"/>
              </a:rPr>
              <a:t>To learn to apply the tree and graph structures to real world problems.</a:t>
            </a:r>
          </a:p>
          <a:p>
            <a:endParaRPr lang="en-IN" dirty="0"/>
          </a:p>
        </p:txBody>
      </p:sp>
      <p:sp>
        <p:nvSpPr>
          <p:cNvPr id="4" name="Date Placeholder 3">
            <a:extLst>
              <a:ext uri="{FF2B5EF4-FFF2-40B4-BE49-F238E27FC236}">
                <a16:creationId xmlns:a16="http://schemas.microsoft.com/office/drawing/2014/main" id="{504F2C24-5564-810B-23B8-A19BAA8CA130}"/>
              </a:ext>
            </a:extLst>
          </p:cNvPr>
          <p:cNvSpPr>
            <a:spLocks noGrp="1"/>
          </p:cNvSpPr>
          <p:nvPr>
            <p:ph type="dt" sz="half" idx="10"/>
          </p:nvPr>
        </p:nvSpPr>
        <p:spPr/>
        <p:txBody>
          <a:bodyPr/>
          <a:lstStyle/>
          <a:p>
            <a:fld id="{18C79984-0BA3-4C76-AAE0-485A21874BE5}" type="datetime1">
              <a:rPr lang="en-IN" smtClean="0"/>
              <a:t>02-05-2024</a:t>
            </a:fld>
            <a:endParaRPr lang="en-IN"/>
          </a:p>
        </p:txBody>
      </p:sp>
      <p:sp>
        <p:nvSpPr>
          <p:cNvPr id="5" name="Footer Placeholder 4">
            <a:extLst>
              <a:ext uri="{FF2B5EF4-FFF2-40B4-BE49-F238E27FC236}">
                <a16:creationId xmlns:a16="http://schemas.microsoft.com/office/drawing/2014/main" id="{EFE3D2D5-2430-8EE5-1587-A50B3FD3C596}"/>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208E5D57-0467-7E2D-F8F6-057EE59F4F7F}"/>
              </a:ext>
            </a:extLst>
          </p:cNvPr>
          <p:cNvSpPr>
            <a:spLocks noGrp="1"/>
          </p:cNvSpPr>
          <p:nvPr>
            <p:ph type="sldNum" sz="quarter" idx="12"/>
          </p:nvPr>
        </p:nvSpPr>
        <p:spPr/>
        <p:txBody>
          <a:bodyPr/>
          <a:lstStyle/>
          <a:p>
            <a:fld id="{5564BB4B-F71E-4A3E-88D4-DBC0E195B3B4}" type="slidenum">
              <a:rPr lang="en-IN" smtClean="0"/>
              <a:t>2</a:t>
            </a:fld>
            <a:endParaRPr lang="en-IN"/>
          </a:p>
        </p:txBody>
      </p:sp>
      <p:pic>
        <p:nvPicPr>
          <p:cNvPr id="8" name="Picture 7">
            <a:extLst>
              <a:ext uri="{FF2B5EF4-FFF2-40B4-BE49-F238E27FC236}">
                <a16:creationId xmlns:a16="http://schemas.microsoft.com/office/drawing/2014/main" id="{CD4C9A8F-56E7-16BE-4AA2-2F6E768FF5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7" name="Rectangle 6">
            <a:extLst>
              <a:ext uri="{FF2B5EF4-FFF2-40B4-BE49-F238E27FC236}">
                <a16:creationId xmlns:a16="http://schemas.microsoft.com/office/drawing/2014/main" id="{A990C009-B738-CB24-3C8B-D016109342A1}"/>
              </a:ext>
            </a:extLst>
          </p:cNvPr>
          <p:cNvSpPr/>
          <p:nvPr/>
        </p:nvSpPr>
        <p:spPr>
          <a:xfrm>
            <a:off x="8091638" y="690"/>
            <a:ext cx="4100362" cy="5183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Rounded MT Bold" panose="020F0704030504030204" pitchFamily="34" charset="0"/>
              </a:rPr>
              <a:t>PARVATHY.K AP/AI&amp;DS</a:t>
            </a:r>
          </a:p>
        </p:txBody>
      </p:sp>
    </p:spTree>
    <p:extLst>
      <p:ext uri="{BB962C8B-B14F-4D97-AF65-F5344CB8AC3E}">
        <p14:creationId xmlns:p14="http://schemas.microsoft.com/office/powerpoint/2010/main" val="1412774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73CAB-871F-179E-F2D4-F27438C106FD}"/>
              </a:ext>
            </a:extLst>
          </p:cNvPr>
          <p:cNvSpPr>
            <a:spLocks noGrp="1"/>
          </p:cNvSpPr>
          <p:nvPr>
            <p:ph type="title"/>
          </p:nvPr>
        </p:nvSpPr>
        <p:spPr/>
        <p:txBody>
          <a:bodyPr/>
          <a:lstStyle/>
          <a:p>
            <a:r>
              <a:rPr lang="en-US" b="1" dirty="0">
                <a:solidFill>
                  <a:srgbClr val="FF33CC"/>
                </a:solidFill>
                <a:latin typeface="+mn-lt"/>
                <a:ea typeface="Verdana" panose="020B0604030504040204" pitchFamily="34" charset="0"/>
              </a:rPr>
              <a:t>Course Outcomes:</a:t>
            </a:r>
            <a:endParaRPr lang="en-IN" b="1" dirty="0">
              <a:solidFill>
                <a:srgbClr val="FF33CC"/>
              </a:solidFill>
              <a:latin typeface="+mn-lt"/>
              <a:ea typeface="Verdana" panose="020B0604030504040204" pitchFamily="34" charset="0"/>
            </a:endParaRPr>
          </a:p>
        </p:txBody>
      </p:sp>
      <p:sp>
        <p:nvSpPr>
          <p:cNvPr id="3" name="Content Placeholder 2">
            <a:extLst>
              <a:ext uri="{FF2B5EF4-FFF2-40B4-BE49-F238E27FC236}">
                <a16:creationId xmlns:a16="http://schemas.microsoft.com/office/drawing/2014/main" id="{9FDAC74F-0C12-F63F-B1A1-05E268F05D23}"/>
              </a:ext>
            </a:extLst>
          </p:cNvPr>
          <p:cNvSpPr>
            <a:spLocks noGrp="1"/>
          </p:cNvSpPr>
          <p:nvPr>
            <p:ph idx="1"/>
          </p:nvPr>
        </p:nvSpPr>
        <p:spPr>
          <a:xfrm>
            <a:off x="838199" y="1530849"/>
            <a:ext cx="11223661" cy="5085708"/>
          </a:xfrm>
        </p:spPr>
        <p:txBody>
          <a:bodyPr>
            <a:normAutofit/>
          </a:bodyPr>
          <a:lstStyle/>
          <a:p>
            <a:r>
              <a:rPr lang="en-US" dirty="0">
                <a:solidFill>
                  <a:srgbClr val="0000FF"/>
                </a:solidFill>
              </a:rPr>
              <a:t>Upon completion of the course, students shall have ability to </a:t>
            </a:r>
          </a:p>
          <a:p>
            <a:pPr marL="0" indent="0">
              <a:lnSpc>
                <a:spcPct val="150000"/>
              </a:lnSpc>
              <a:buNone/>
            </a:pPr>
            <a:r>
              <a:rPr lang="en-US" dirty="0">
                <a:solidFill>
                  <a:srgbClr val="0000FF"/>
                </a:solidFill>
              </a:rPr>
              <a:t>CO1:Understand the concepts of linked lists.	</a:t>
            </a:r>
            <a:r>
              <a:rPr lang="en-US" dirty="0">
                <a:solidFill>
                  <a:srgbClr val="FF33CC"/>
                </a:solidFill>
              </a:rPr>
              <a:t>                              K2-Understand</a:t>
            </a:r>
          </a:p>
          <a:p>
            <a:pPr marL="0" indent="0">
              <a:lnSpc>
                <a:spcPct val="150000"/>
              </a:lnSpc>
              <a:buNone/>
            </a:pPr>
            <a:r>
              <a:rPr lang="en-US" dirty="0">
                <a:solidFill>
                  <a:srgbClr val="0000FF"/>
                </a:solidFill>
              </a:rPr>
              <a:t>CO2:Build stacks and queues using arrays and linked lists.	</a:t>
            </a:r>
            <a:r>
              <a:rPr lang="en-US" dirty="0">
                <a:solidFill>
                  <a:srgbClr val="FF33CC"/>
                </a:solidFill>
              </a:rPr>
              <a:t>K3-Apply</a:t>
            </a:r>
          </a:p>
          <a:p>
            <a:pPr marL="0" indent="0">
              <a:lnSpc>
                <a:spcPct val="150000"/>
              </a:lnSpc>
              <a:buNone/>
            </a:pPr>
            <a:r>
              <a:rPr lang="en-US" dirty="0">
                <a:solidFill>
                  <a:srgbClr val="0000FF"/>
                </a:solidFill>
                <a:highlight>
                  <a:srgbClr val="FFFF00"/>
                </a:highlight>
              </a:rPr>
              <a:t>CO3:Perform various operations on trees	</a:t>
            </a:r>
            <a:r>
              <a:rPr lang="en-US" dirty="0">
                <a:solidFill>
                  <a:srgbClr val="FF33CC"/>
                </a:solidFill>
                <a:highlight>
                  <a:srgbClr val="FFFF00"/>
                </a:highlight>
              </a:rPr>
              <a:t>                                 K3-Apply</a:t>
            </a:r>
          </a:p>
          <a:p>
            <a:pPr marL="0" indent="0">
              <a:lnSpc>
                <a:spcPct val="150000"/>
              </a:lnSpc>
              <a:buNone/>
            </a:pPr>
            <a:r>
              <a:rPr lang="en-US" dirty="0">
                <a:solidFill>
                  <a:srgbClr val="0000FF"/>
                </a:solidFill>
              </a:rPr>
              <a:t>CO4:Write algorithms using graphs	                                            </a:t>
            </a:r>
            <a:r>
              <a:rPr lang="en-US" dirty="0">
                <a:solidFill>
                  <a:srgbClr val="FF33CC"/>
                </a:solidFill>
              </a:rPr>
              <a:t>K3-Apply</a:t>
            </a:r>
          </a:p>
          <a:p>
            <a:pPr marL="0" indent="0">
              <a:lnSpc>
                <a:spcPct val="150000"/>
              </a:lnSpc>
              <a:buNone/>
            </a:pPr>
            <a:r>
              <a:rPr lang="en-US" dirty="0">
                <a:solidFill>
                  <a:srgbClr val="0000FF"/>
                </a:solidFill>
              </a:rPr>
              <a:t>CO5 :Apply sorting, searching and hashing techniques	          </a:t>
            </a:r>
            <a:r>
              <a:rPr lang="en-US" dirty="0">
                <a:solidFill>
                  <a:srgbClr val="FF33CC"/>
                </a:solidFill>
              </a:rPr>
              <a:t>K3-Apply</a:t>
            </a:r>
          </a:p>
          <a:p>
            <a:endParaRPr lang="en-IN" dirty="0"/>
          </a:p>
        </p:txBody>
      </p:sp>
      <p:sp>
        <p:nvSpPr>
          <p:cNvPr id="4" name="Date Placeholder 3">
            <a:extLst>
              <a:ext uri="{FF2B5EF4-FFF2-40B4-BE49-F238E27FC236}">
                <a16:creationId xmlns:a16="http://schemas.microsoft.com/office/drawing/2014/main" id="{E5031E29-E243-135A-09C6-CF30085AD9BA}"/>
              </a:ext>
            </a:extLst>
          </p:cNvPr>
          <p:cNvSpPr>
            <a:spLocks noGrp="1"/>
          </p:cNvSpPr>
          <p:nvPr>
            <p:ph type="dt" sz="half" idx="10"/>
          </p:nvPr>
        </p:nvSpPr>
        <p:spPr/>
        <p:txBody>
          <a:bodyPr/>
          <a:lstStyle/>
          <a:p>
            <a:fld id="{0C0EC881-11B7-4E6F-A492-224064E2018E}" type="datetime1">
              <a:rPr lang="en-IN" smtClean="0"/>
              <a:t>02-05-2024</a:t>
            </a:fld>
            <a:endParaRPr lang="en-IN"/>
          </a:p>
        </p:txBody>
      </p:sp>
      <p:sp>
        <p:nvSpPr>
          <p:cNvPr id="5" name="Footer Placeholder 4">
            <a:extLst>
              <a:ext uri="{FF2B5EF4-FFF2-40B4-BE49-F238E27FC236}">
                <a16:creationId xmlns:a16="http://schemas.microsoft.com/office/drawing/2014/main" id="{5952B7D5-BCB6-9024-3EB9-E88E92407AA1}"/>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0A7A23E7-BCDF-D548-854A-6E18A4F26732}"/>
              </a:ext>
            </a:extLst>
          </p:cNvPr>
          <p:cNvSpPr>
            <a:spLocks noGrp="1"/>
          </p:cNvSpPr>
          <p:nvPr>
            <p:ph type="sldNum" sz="quarter" idx="12"/>
          </p:nvPr>
        </p:nvSpPr>
        <p:spPr/>
        <p:txBody>
          <a:bodyPr/>
          <a:lstStyle/>
          <a:p>
            <a:fld id="{5564BB4B-F71E-4A3E-88D4-DBC0E195B3B4}" type="slidenum">
              <a:rPr lang="en-IN" smtClean="0"/>
              <a:t>3</a:t>
            </a:fld>
            <a:endParaRPr lang="en-IN"/>
          </a:p>
        </p:txBody>
      </p:sp>
      <p:pic>
        <p:nvPicPr>
          <p:cNvPr id="8" name="Picture 7">
            <a:extLst>
              <a:ext uri="{FF2B5EF4-FFF2-40B4-BE49-F238E27FC236}">
                <a16:creationId xmlns:a16="http://schemas.microsoft.com/office/drawing/2014/main" id="{DF86DE9E-6C56-026C-A79C-ADB8E6C5B7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7" name="Rectangle 6">
            <a:extLst>
              <a:ext uri="{FF2B5EF4-FFF2-40B4-BE49-F238E27FC236}">
                <a16:creationId xmlns:a16="http://schemas.microsoft.com/office/drawing/2014/main" id="{CADA0009-0EE9-C6C4-6E7B-0A187B12D8E6}"/>
              </a:ext>
            </a:extLst>
          </p:cNvPr>
          <p:cNvSpPr/>
          <p:nvPr/>
        </p:nvSpPr>
        <p:spPr>
          <a:xfrm>
            <a:off x="8091638" y="690"/>
            <a:ext cx="4100362" cy="5183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Rounded MT Bold" panose="020F0704030504030204" pitchFamily="34" charset="0"/>
              </a:rPr>
              <a:t>PARVATHY.K AP/AI&amp;DS</a:t>
            </a:r>
          </a:p>
        </p:txBody>
      </p:sp>
    </p:spTree>
    <p:extLst>
      <p:ext uri="{BB962C8B-B14F-4D97-AF65-F5344CB8AC3E}">
        <p14:creationId xmlns:p14="http://schemas.microsoft.com/office/powerpoint/2010/main" val="3382939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6BA7383-D606-F418-590A-C8EAA9BCAE99}"/>
              </a:ext>
            </a:extLst>
          </p:cNvPr>
          <p:cNvSpPr>
            <a:spLocks noGrp="1"/>
          </p:cNvSpPr>
          <p:nvPr>
            <p:ph type="ctrTitle"/>
          </p:nvPr>
        </p:nvSpPr>
        <p:spPr>
          <a:xfrm>
            <a:off x="113016" y="1341107"/>
            <a:ext cx="12078984" cy="3211177"/>
          </a:xfrm>
        </p:spPr>
        <p:txBody>
          <a:bodyPr>
            <a:noAutofit/>
          </a:bodyPr>
          <a:lstStyle/>
          <a:p>
            <a:r>
              <a:rPr lang="en-US" sz="9600" b="1" dirty="0">
                <a:solidFill>
                  <a:srgbClr val="FF33CC"/>
                </a:solidFill>
                <a:effectLst/>
                <a:latin typeface="+mn-lt"/>
                <a:ea typeface="Verdana" panose="020B0604030504040204" pitchFamily="34" charset="0"/>
                <a:cs typeface="Verdana" panose="020B0604030504040204" pitchFamily="34" charset="0"/>
              </a:rPr>
              <a:t>UNIT</a:t>
            </a:r>
            <a:r>
              <a:rPr lang="en-US" sz="9600" b="1" spc="-15" dirty="0">
                <a:solidFill>
                  <a:srgbClr val="FF33CC"/>
                </a:solidFill>
                <a:effectLst/>
                <a:latin typeface="+mn-lt"/>
                <a:ea typeface="Verdana" panose="020B0604030504040204" pitchFamily="34" charset="0"/>
                <a:cs typeface="Verdana" panose="020B0604030504040204" pitchFamily="34" charset="0"/>
              </a:rPr>
              <a:t> </a:t>
            </a:r>
            <a:r>
              <a:rPr lang="en-US" sz="9600" b="1" dirty="0">
                <a:solidFill>
                  <a:srgbClr val="FF33CC"/>
                </a:solidFill>
                <a:effectLst/>
                <a:latin typeface="+mn-lt"/>
                <a:ea typeface="Verdana" panose="020B0604030504040204" pitchFamily="34" charset="0"/>
                <a:cs typeface="Verdana" panose="020B0604030504040204" pitchFamily="34" charset="0"/>
              </a:rPr>
              <a:t>III</a:t>
            </a:r>
            <a:br>
              <a:rPr lang="en-US" sz="9600" b="1" dirty="0">
                <a:solidFill>
                  <a:srgbClr val="FF33CC"/>
                </a:solidFill>
                <a:effectLst/>
                <a:latin typeface="+mn-lt"/>
                <a:ea typeface="Verdana" panose="020B0604030504040204" pitchFamily="34" charset="0"/>
                <a:cs typeface="Verdana" panose="020B0604030504040204" pitchFamily="34" charset="0"/>
              </a:rPr>
            </a:br>
            <a:r>
              <a:rPr lang="en-US" sz="9600" b="1" dirty="0">
                <a:solidFill>
                  <a:srgbClr val="FF33CC"/>
                </a:solidFill>
                <a:effectLst/>
                <a:latin typeface="+mn-lt"/>
                <a:ea typeface="Verdana" panose="020B0604030504040204" pitchFamily="34" charset="0"/>
                <a:cs typeface="Verdana" panose="020B0604030504040204" pitchFamily="34" charset="0"/>
              </a:rPr>
              <a:t>TREES</a:t>
            </a:r>
            <a:endParaRPr lang="en-IN" sz="9600" dirty="0">
              <a:solidFill>
                <a:srgbClr val="FF33CC"/>
              </a:solidFill>
              <a:latin typeface="+mn-lt"/>
            </a:endParaRPr>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pic>
        <p:nvPicPr>
          <p:cNvPr id="1026" name="Picture 2">
            <a:extLst>
              <a:ext uri="{FF2B5EF4-FFF2-40B4-BE49-F238E27FC236}">
                <a16:creationId xmlns:a16="http://schemas.microsoft.com/office/drawing/2014/main" id="{0EF16F32-422A-D868-FCE8-854EA5FC039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882" t="7429" r="6233"/>
          <a:stretch/>
        </p:blipFill>
        <p:spPr bwMode="auto">
          <a:xfrm>
            <a:off x="236305" y="4130210"/>
            <a:ext cx="2547991" cy="272778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CAA978A5-A5AC-1FA6-692C-AFA3756FB32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113" t="15741" b="8974"/>
          <a:stretch/>
        </p:blipFill>
        <p:spPr bwMode="auto">
          <a:xfrm>
            <a:off x="8054722" y="1443788"/>
            <a:ext cx="4137278" cy="186989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Trees: data structure - Algol.dev - with illustrations and animations.">
            <a:extLst>
              <a:ext uri="{FF2B5EF4-FFF2-40B4-BE49-F238E27FC236}">
                <a16:creationId xmlns:a16="http://schemas.microsoft.com/office/drawing/2014/main" id="{5645C7A8-5DFE-B928-49FC-39A809768E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38154" y="4253501"/>
            <a:ext cx="4340830" cy="2604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1763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a:xfrm>
            <a:off x="838200" y="873303"/>
            <a:ext cx="10515600" cy="5303660"/>
          </a:xfrm>
        </p:spPr>
        <p:txBody>
          <a:bodyPr>
            <a:normAutofit/>
          </a:bodyPr>
          <a:lstStyle/>
          <a:p>
            <a:pPr algn="just">
              <a:lnSpc>
                <a:spcPct val="150000"/>
              </a:lnSpc>
            </a:pPr>
            <a:r>
              <a:rPr lang="en-US" sz="3600" b="1" dirty="0">
                <a:solidFill>
                  <a:srgbClr val="0000FF"/>
                </a:solidFill>
                <a:effectLst/>
                <a:ea typeface="Verdana" panose="020B0604030504040204" pitchFamily="34" charset="0"/>
                <a:cs typeface="Verdana" panose="020B0604030504040204" pitchFamily="34" charset="0"/>
              </a:rPr>
              <a:t>Terminologies -Binary Trees: Implementation – Traversals- Expression Trees - Cousins of Binary Tree - Binary Search Trees: Construction-Insertion-Deletion – Searching-Find Min-Find Max-AVL Trees: Insertion– Deletion- Priority Queues (Heaps) Applications(Dictionary, Text Processing)</a:t>
            </a:r>
            <a:endParaRPr lang="en-IN" sz="3600" b="1" dirty="0">
              <a:solidFill>
                <a:srgbClr val="0000FF"/>
              </a:solidFill>
              <a:effectLst/>
              <a:ea typeface="Verdana" panose="020B0604030504040204" pitchFamily="34" charset="0"/>
              <a:cs typeface="Verdana" panose="020B0604030504040204" pitchFamily="34" charset="0"/>
            </a:endParaRPr>
          </a:p>
          <a:p>
            <a:endParaRPr lang="en-IN" dirty="0"/>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2" name="Date Placeholder 1">
            <a:extLst>
              <a:ext uri="{FF2B5EF4-FFF2-40B4-BE49-F238E27FC236}">
                <a16:creationId xmlns:a16="http://schemas.microsoft.com/office/drawing/2014/main" id="{B10346B7-30D0-5305-2F4B-89E8651847E0}"/>
              </a:ext>
            </a:extLst>
          </p:cNvPr>
          <p:cNvSpPr>
            <a:spLocks noGrp="1"/>
          </p:cNvSpPr>
          <p:nvPr>
            <p:ph type="dt" sz="half" idx="10"/>
          </p:nvPr>
        </p:nvSpPr>
        <p:spPr/>
        <p:txBody>
          <a:bodyPr/>
          <a:lstStyle/>
          <a:p>
            <a:fld id="{CC570161-8099-4D5B-8559-540681068B5A}" type="datetime1">
              <a:rPr lang="en-IN" smtClean="0"/>
              <a:t>02-05-2024</a:t>
            </a:fld>
            <a:endParaRPr lang="en-IN"/>
          </a:p>
        </p:txBody>
      </p:sp>
      <p:sp>
        <p:nvSpPr>
          <p:cNvPr id="5" name="Footer Placeholder 4">
            <a:extLst>
              <a:ext uri="{FF2B5EF4-FFF2-40B4-BE49-F238E27FC236}">
                <a16:creationId xmlns:a16="http://schemas.microsoft.com/office/drawing/2014/main" id="{6024A409-7321-9E10-A9D8-A2BD962E495A}"/>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4D0B80E8-F2E9-7CBF-4854-7BDFFCB7510F}"/>
              </a:ext>
            </a:extLst>
          </p:cNvPr>
          <p:cNvSpPr>
            <a:spLocks noGrp="1"/>
          </p:cNvSpPr>
          <p:nvPr>
            <p:ph type="sldNum" sz="quarter" idx="12"/>
          </p:nvPr>
        </p:nvSpPr>
        <p:spPr/>
        <p:txBody>
          <a:bodyPr/>
          <a:lstStyle/>
          <a:p>
            <a:fld id="{BA31EB0C-5590-401D-B2AF-7A2046961168}" type="slidenum">
              <a:rPr lang="en-IN" smtClean="0"/>
              <a:t>5</a:t>
            </a:fld>
            <a:endParaRPr lang="en-IN"/>
          </a:p>
        </p:txBody>
      </p:sp>
    </p:spTree>
    <p:extLst>
      <p:ext uri="{BB962C8B-B14F-4D97-AF65-F5344CB8AC3E}">
        <p14:creationId xmlns:p14="http://schemas.microsoft.com/office/powerpoint/2010/main" val="1435057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 name="Title 4">
            <a:extLst>
              <a:ext uri="{FF2B5EF4-FFF2-40B4-BE49-F238E27FC236}">
                <a16:creationId xmlns:a16="http://schemas.microsoft.com/office/drawing/2014/main" id="{E309E96C-7E24-A9CA-5CF6-775C598CFD17}"/>
              </a:ext>
            </a:extLst>
          </p:cNvPr>
          <p:cNvSpPr>
            <a:spLocks noGrp="1"/>
          </p:cNvSpPr>
          <p:nvPr>
            <p:ph type="ctrTitle"/>
          </p:nvPr>
        </p:nvSpPr>
        <p:spPr>
          <a:xfrm>
            <a:off x="1524000" y="1864360"/>
            <a:ext cx="9144000" cy="2443479"/>
          </a:xfrm>
        </p:spPr>
        <p:txBody>
          <a:bodyPr>
            <a:normAutofit/>
          </a:bodyPr>
          <a:lstStyle/>
          <a:p>
            <a:r>
              <a:rPr lang="en-US" sz="8000" b="1" dirty="0">
                <a:solidFill>
                  <a:srgbClr val="683E38"/>
                </a:solidFill>
                <a:latin typeface="+mn-lt"/>
              </a:rPr>
              <a:t>AVL TREE</a:t>
            </a:r>
            <a:br>
              <a:rPr lang="en-US" sz="7200" b="1" dirty="0">
                <a:solidFill>
                  <a:srgbClr val="683E38"/>
                </a:solidFill>
                <a:latin typeface="Comic Sans MS" panose="030F0702030302020204" pitchFamily="66" charset="0"/>
              </a:rPr>
            </a:br>
            <a:endParaRPr lang="en-IN" sz="7200" dirty="0"/>
          </a:p>
        </p:txBody>
      </p:sp>
      <p:sp>
        <p:nvSpPr>
          <p:cNvPr id="6" name="Subtitle 5">
            <a:extLst>
              <a:ext uri="{FF2B5EF4-FFF2-40B4-BE49-F238E27FC236}">
                <a16:creationId xmlns:a16="http://schemas.microsoft.com/office/drawing/2014/main" id="{626F6FE5-9505-A3F3-A60C-D1CE9C68BF13}"/>
              </a:ext>
            </a:extLst>
          </p:cNvPr>
          <p:cNvSpPr>
            <a:spLocks noGrp="1"/>
          </p:cNvSpPr>
          <p:nvPr>
            <p:ph type="subTitle" idx="1"/>
          </p:nvPr>
        </p:nvSpPr>
        <p:spPr/>
        <p:txBody>
          <a:bodyPr/>
          <a:lstStyle/>
          <a:p>
            <a:endParaRPr lang="en-IN"/>
          </a:p>
        </p:txBody>
      </p:sp>
      <p:pic>
        <p:nvPicPr>
          <p:cNvPr id="7" name="Picture 6">
            <a:extLst>
              <a:ext uri="{FF2B5EF4-FFF2-40B4-BE49-F238E27FC236}">
                <a16:creationId xmlns:a16="http://schemas.microsoft.com/office/drawing/2014/main" id="{C986146F-C719-1CB6-8D93-4576E9FD6E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pic>
        <p:nvPicPr>
          <p:cNvPr id="8" name="Picture 7">
            <a:extLst>
              <a:ext uri="{FF2B5EF4-FFF2-40B4-BE49-F238E27FC236}">
                <a16:creationId xmlns:a16="http://schemas.microsoft.com/office/drawing/2014/main" id="{CE8333FE-BBD6-3E04-D652-B13D45C60E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1857" y="3316120"/>
            <a:ext cx="6320526" cy="2786934"/>
          </a:xfrm>
          <a:prstGeom prst="rect">
            <a:avLst/>
          </a:prstGeom>
        </p:spPr>
      </p:pic>
    </p:spTree>
    <p:extLst>
      <p:ext uri="{BB962C8B-B14F-4D97-AF65-F5344CB8AC3E}">
        <p14:creationId xmlns:p14="http://schemas.microsoft.com/office/powerpoint/2010/main" val="2544370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FAAD-23C6-EFB8-8AB1-5CEB65FE3C34}"/>
              </a:ext>
            </a:extLst>
          </p:cNvPr>
          <p:cNvSpPr>
            <a:spLocks noGrp="1"/>
          </p:cNvSpPr>
          <p:nvPr>
            <p:ph type="title"/>
          </p:nvPr>
        </p:nvSpPr>
        <p:spPr/>
        <p:txBody>
          <a:bodyPr>
            <a:normAutofit/>
          </a:bodyPr>
          <a:lstStyle/>
          <a:p>
            <a:r>
              <a:rPr lang="en-IN" sz="6000" b="1" dirty="0">
                <a:solidFill>
                  <a:srgbClr val="FF33CC"/>
                </a:solidFill>
              </a:rPr>
              <a:t>AVL TREES</a:t>
            </a:r>
          </a:p>
        </p:txBody>
      </p:sp>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a:xfrm>
            <a:off x="838200" y="1443789"/>
            <a:ext cx="10515600" cy="5172768"/>
          </a:xfrm>
        </p:spPr>
        <p:txBody>
          <a:bodyPr>
            <a:normAutofit/>
          </a:bodyPr>
          <a:lstStyle/>
          <a:p>
            <a:pPr algn="just">
              <a:lnSpc>
                <a:spcPct val="150000"/>
              </a:lnSpc>
            </a:pPr>
            <a:r>
              <a:rPr lang="en-US" b="0" i="0" cap="none" dirty="0">
                <a:effectLst/>
                <a:ea typeface="Calibri" panose="020F0502020204030204" pitchFamily="34" charset="0"/>
                <a:cs typeface="Calibri" panose="020F0502020204030204" pitchFamily="34" charset="0"/>
              </a:rPr>
              <a:t>AVL tree is a </a:t>
            </a:r>
            <a:r>
              <a:rPr lang="en-US" b="0" i="0" cap="none" dirty="0">
                <a:solidFill>
                  <a:srgbClr val="FF0000"/>
                </a:solidFill>
                <a:effectLst/>
                <a:ea typeface="Calibri" panose="020F0502020204030204" pitchFamily="34" charset="0"/>
                <a:cs typeface="Calibri" panose="020F0502020204030204" pitchFamily="34" charset="0"/>
              </a:rPr>
              <a:t>self-balancing binary search tree </a:t>
            </a:r>
            <a:r>
              <a:rPr lang="en-US" b="0" i="0" cap="none" dirty="0">
                <a:effectLst/>
                <a:ea typeface="Calibri" panose="020F0502020204030204" pitchFamily="34" charset="0"/>
                <a:cs typeface="Calibri" panose="020F0502020204030204" pitchFamily="34" charset="0"/>
              </a:rPr>
              <a:t>in which each node maintains extra information called a balance factor whose value is either </a:t>
            </a:r>
            <a:r>
              <a:rPr lang="en-US" b="1" i="0" cap="none" dirty="0">
                <a:solidFill>
                  <a:srgbClr val="FF33CC"/>
                </a:solidFill>
                <a:effectLst/>
                <a:ea typeface="Calibri" panose="020F0502020204030204" pitchFamily="34" charset="0"/>
                <a:cs typeface="Calibri" panose="020F0502020204030204" pitchFamily="34" charset="0"/>
              </a:rPr>
              <a:t>-1,</a:t>
            </a:r>
            <a:r>
              <a:rPr lang="en-US" b="1" i="0" cap="none" dirty="0">
                <a:effectLst/>
                <a:ea typeface="Calibri" panose="020F0502020204030204" pitchFamily="34" charset="0"/>
                <a:cs typeface="Calibri" panose="020F0502020204030204" pitchFamily="34" charset="0"/>
              </a:rPr>
              <a:t> </a:t>
            </a:r>
            <a:r>
              <a:rPr lang="en-US" b="1" i="0" cap="none" dirty="0">
                <a:solidFill>
                  <a:srgbClr val="FF33CC"/>
                </a:solidFill>
                <a:effectLst/>
                <a:ea typeface="Calibri" panose="020F0502020204030204" pitchFamily="34" charset="0"/>
                <a:cs typeface="Calibri" panose="020F0502020204030204" pitchFamily="34" charset="0"/>
              </a:rPr>
              <a:t>0 or +1.</a:t>
            </a:r>
          </a:p>
          <a:p>
            <a:pPr algn="just">
              <a:lnSpc>
                <a:spcPct val="150000"/>
              </a:lnSpc>
            </a:pPr>
            <a:r>
              <a:rPr lang="en-US" b="0" i="0" dirty="0">
                <a:solidFill>
                  <a:srgbClr val="333333"/>
                </a:solidFill>
                <a:effectLst/>
              </a:rPr>
              <a:t>AVL Tree can be defined as </a:t>
            </a:r>
            <a:r>
              <a:rPr lang="en-US" b="0" i="0" dirty="0">
                <a:solidFill>
                  <a:srgbClr val="FF33CC"/>
                </a:solidFill>
                <a:effectLst/>
              </a:rPr>
              <a:t>height balanced binary search tree </a:t>
            </a:r>
            <a:r>
              <a:rPr lang="en-US" b="0" i="0" dirty="0">
                <a:solidFill>
                  <a:srgbClr val="333333"/>
                </a:solidFill>
                <a:effectLst/>
              </a:rPr>
              <a:t>in which each node is </a:t>
            </a:r>
            <a:r>
              <a:rPr lang="en-US" b="0" i="0" dirty="0">
                <a:solidFill>
                  <a:srgbClr val="FF33CC"/>
                </a:solidFill>
                <a:effectLst/>
              </a:rPr>
              <a:t>associated with a balance factor </a:t>
            </a:r>
            <a:r>
              <a:rPr lang="en-US" b="0" i="0" dirty="0">
                <a:solidFill>
                  <a:srgbClr val="333333"/>
                </a:solidFill>
                <a:effectLst/>
              </a:rPr>
              <a:t>which is calculated by </a:t>
            </a:r>
            <a:r>
              <a:rPr lang="en-US" b="0" i="0" dirty="0">
                <a:solidFill>
                  <a:srgbClr val="FF33CC"/>
                </a:solidFill>
                <a:effectLst/>
              </a:rPr>
              <a:t>subtracting the height of its right sub-tree from that of its left sub-tree.</a:t>
            </a:r>
            <a:endParaRPr lang="en-IN" b="1" cap="none" dirty="0">
              <a:solidFill>
                <a:srgbClr val="FF33CC"/>
              </a:solidFill>
              <a:ea typeface="Calibri" panose="020F0502020204030204" pitchFamily="34" charset="0"/>
              <a:cs typeface="Calibri" panose="020F0502020204030204" pitchFamily="34" charset="0"/>
            </a:endParaRPr>
          </a:p>
          <a:p>
            <a:endParaRPr lang="en-IN" dirty="0"/>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CB622F71-90A6-5839-E35F-510192373BA7}"/>
              </a:ext>
            </a:extLst>
          </p:cNvPr>
          <p:cNvSpPr>
            <a:spLocks noGrp="1"/>
          </p:cNvSpPr>
          <p:nvPr>
            <p:ph type="dt" sz="half" idx="10"/>
          </p:nvPr>
        </p:nvSpPr>
        <p:spPr/>
        <p:txBody>
          <a:bodyPr/>
          <a:lstStyle/>
          <a:p>
            <a:fld id="{F591179B-869E-4582-9478-0EDAD1318801}" type="datetime1">
              <a:rPr lang="en-IN" smtClean="0"/>
              <a:t>02-05-2024</a:t>
            </a:fld>
            <a:endParaRPr lang="en-IN"/>
          </a:p>
        </p:txBody>
      </p:sp>
      <p:sp>
        <p:nvSpPr>
          <p:cNvPr id="6" name="Footer Placeholder 5">
            <a:extLst>
              <a:ext uri="{FF2B5EF4-FFF2-40B4-BE49-F238E27FC236}">
                <a16:creationId xmlns:a16="http://schemas.microsoft.com/office/drawing/2014/main" id="{6719B327-FD36-3418-2ED9-9DEB598A50D3}"/>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D5CE1332-C411-EF48-3C63-FD2D7AF51672}"/>
              </a:ext>
            </a:extLst>
          </p:cNvPr>
          <p:cNvSpPr>
            <a:spLocks noGrp="1"/>
          </p:cNvSpPr>
          <p:nvPr>
            <p:ph type="sldNum" sz="quarter" idx="12"/>
          </p:nvPr>
        </p:nvSpPr>
        <p:spPr/>
        <p:txBody>
          <a:bodyPr/>
          <a:lstStyle/>
          <a:p>
            <a:fld id="{BA31EB0C-5590-401D-B2AF-7A2046961168}" type="slidenum">
              <a:rPr lang="en-IN" smtClean="0"/>
              <a:t>7</a:t>
            </a:fld>
            <a:endParaRPr lang="en-IN"/>
          </a:p>
        </p:txBody>
      </p:sp>
    </p:spTree>
    <p:extLst>
      <p:ext uri="{BB962C8B-B14F-4D97-AF65-F5344CB8AC3E}">
        <p14:creationId xmlns:p14="http://schemas.microsoft.com/office/powerpoint/2010/main" val="1002973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FAAD-23C6-EFB8-8AB1-5CEB65FE3C34}"/>
              </a:ext>
            </a:extLst>
          </p:cNvPr>
          <p:cNvSpPr>
            <a:spLocks noGrp="1"/>
          </p:cNvSpPr>
          <p:nvPr>
            <p:ph type="title"/>
          </p:nvPr>
        </p:nvSpPr>
        <p:spPr/>
        <p:txBody>
          <a:bodyPr/>
          <a:lstStyle/>
          <a:p>
            <a:r>
              <a:rPr lang="en-IN" sz="4400" b="1" i="0" dirty="0">
                <a:solidFill>
                  <a:srgbClr val="FF33CC"/>
                </a:solidFill>
                <a:effectLst/>
                <a:latin typeface="euclid_circular_a"/>
              </a:rPr>
              <a:t>Balance Factor</a:t>
            </a:r>
            <a:endParaRPr lang="en-IN" dirty="0">
              <a:solidFill>
                <a:srgbClr val="FF33CC"/>
              </a:solidFill>
            </a:endParaRPr>
          </a:p>
        </p:txBody>
      </p:sp>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a:xfrm>
            <a:off x="838200" y="1448656"/>
            <a:ext cx="10515600" cy="4907694"/>
          </a:xfrm>
        </p:spPr>
        <p:txBody>
          <a:bodyPr>
            <a:normAutofit/>
          </a:bodyPr>
          <a:lstStyle/>
          <a:p>
            <a:pPr marL="0" indent="0" algn="ctr">
              <a:lnSpc>
                <a:spcPct val="150000"/>
              </a:lnSpc>
              <a:buNone/>
            </a:pPr>
            <a:r>
              <a:rPr lang="en-US" sz="3000" b="1" i="0" dirty="0">
                <a:ln w="0"/>
                <a:solidFill>
                  <a:srgbClr val="FF0000"/>
                </a:solidFill>
                <a:effectLst>
                  <a:outerShdw blurRad="38100" dist="19050" dir="2700000" algn="tl" rotWithShape="0">
                    <a:schemeClr val="dk1">
                      <a:alpha val="40000"/>
                    </a:schemeClr>
                  </a:outerShdw>
                </a:effectLst>
              </a:rPr>
              <a:t>Balance Factor = Height of Left Subtree − Height of Right Subtree</a:t>
            </a:r>
          </a:p>
          <a:p>
            <a:pPr marL="457200" indent="-457200">
              <a:lnSpc>
                <a:spcPct val="150000"/>
              </a:lnSpc>
              <a:buFont typeface="+mj-lt"/>
              <a:buAutoNum type="arabicPeriod"/>
            </a:pPr>
            <a:r>
              <a:rPr lang="en-US" sz="2400" b="1" i="0" dirty="0">
                <a:solidFill>
                  <a:srgbClr val="FF33CC"/>
                </a:solidFill>
                <a:effectLst/>
              </a:rPr>
              <a:t>If balance factor of any node is 1</a:t>
            </a:r>
            <a:r>
              <a:rPr lang="en-US" sz="2400" b="0" i="0" dirty="0">
                <a:solidFill>
                  <a:srgbClr val="333333"/>
                </a:solidFill>
                <a:effectLst/>
              </a:rPr>
              <a:t>, it means that the left sub-tree is one level higher than the right sub-tree.</a:t>
            </a:r>
          </a:p>
          <a:p>
            <a:pPr marL="457200" indent="-457200">
              <a:lnSpc>
                <a:spcPct val="150000"/>
              </a:lnSpc>
              <a:buFont typeface="+mj-lt"/>
              <a:buAutoNum type="arabicPeriod"/>
            </a:pPr>
            <a:r>
              <a:rPr lang="en-US" sz="2400" b="1" i="0" dirty="0">
                <a:solidFill>
                  <a:srgbClr val="FF33CC"/>
                </a:solidFill>
                <a:effectLst/>
              </a:rPr>
              <a:t>If balance factor of any node is 0</a:t>
            </a:r>
            <a:r>
              <a:rPr lang="en-US" sz="2400" b="0" i="0" dirty="0">
                <a:solidFill>
                  <a:srgbClr val="333333"/>
                </a:solidFill>
                <a:effectLst/>
              </a:rPr>
              <a:t>, it means that the left sub-tree and right sub-tree contain equal height.</a:t>
            </a:r>
          </a:p>
          <a:p>
            <a:pPr marL="457200" indent="-457200">
              <a:lnSpc>
                <a:spcPct val="150000"/>
              </a:lnSpc>
              <a:buFont typeface="+mj-lt"/>
              <a:buAutoNum type="arabicPeriod"/>
            </a:pPr>
            <a:r>
              <a:rPr lang="en-US" sz="2400" b="1" i="0" dirty="0">
                <a:solidFill>
                  <a:srgbClr val="FF33CC"/>
                </a:solidFill>
                <a:effectLst/>
              </a:rPr>
              <a:t>If balance factor of any node is -1</a:t>
            </a:r>
            <a:r>
              <a:rPr lang="en-US" sz="2400" b="1" i="0" dirty="0">
                <a:solidFill>
                  <a:srgbClr val="333333"/>
                </a:solidFill>
                <a:effectLst/>
              </a:rPr>
              <a:t>, </a:t>
            </a:r>
            <a:r>
              <a:rPr lang="en-US" sz="2400" b="0" i="0" dirty="0">
                <a:solidFill>
                  <a:srgbClr val="333333"/>
                </a:solidFill>
                <a:effectLst/>
              </a:rPr>
              <a:t>it means that the left sub-tree is one level lower than the right sub-tree.</a:t>
            </a:r>
          </a:p>
          <a:p>
            <a:pPr algn="just">
              <a:lnSpc>
                <a:spcPct val="150000"/>
              </a:lnSpc>
            </a:pPr>
            <a:endParaRPr lang="en-US" sz="3600" b="0" i="0" dirty="0">
              <a:solidFill>
                <a:srgbClr val="FF33CC"/>
              </a:solidFill>
              <a:effectLst/>
            </a:endParaRPr>
          </a:p>
          <a:p>
            <a:endParaRPr lang="en-IN" dirty="0"/>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5D05AA6D-368B-3315-6E2A-29C3FD100187}"/>
              </a:ext>
            </a:extLst>
          </p:cNvPr>
          <p:cNvSpPr>
            <a:spLocks noGrp="1"/>
          </p:cNvSpPr>
          <p:nvPr>
            <p:ph type="dt" sz="half" idx="10"/>
          </p:nvPr>
        </p:nvSpPr>
        <p:spPr/>
        <p:txBody>
          <a:bodyPr/>
          <a:lstStyle/>
          <a:p>
            <a:fld id="{C49E3461-742B-487C-9772-590DA503080A}" type="datetime1">
              <a:rPr lang="en-IN" smtClean="0"/>
              <a:t>02-05-2024</a:t>
            </a:fld>
            <a:endParaRPr lang="en-IN"/>
          </a:p>
        </p:txBody>
      </p:sp>
      <p:sp>
        <p:nvSpPr>
          <p:cNvPr id="6" name="Footer Placeholder 5">
            <a:extLst>
              <a:ext uri="{FF2B5EF4-FFF2-40B4-BE49-F238E27FC236}">
                <a16:creationId xmlns:a16="http://schemas.microsoft.com/office/drawing/2014/main" id="{909FD038-99A6-1C23-2D7A-DFA7EBD45F46}"/>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3ED6D9ED-284B-91CE-2AAE-8867D22ACBD8}"/>
              </a:ext>
            </a:extLst>
          </p:cNvPr>
          <p:cNvSpPr>
            <a:spLocks noGrp="1"/>
          </p:cNvSpPr>
          <p:nvPr>
            <p:ph type="sldNum" sz="quarter" idx="12"/>
          </p:nvPr>
        </p:nvSpPr>
        <p:spPr/>
        <p:txBody>
          <a:bodyPr/>
          <a:lstStyle/>
          <a:p>
            <a:fld id="{BA31EB0C-5590-401D-B2AF-7A2046961168}" type="slidenum">
              <a:rPr lang="en-IN" smtClean="0"/>
              <a:t>8</a:t>
            </a:fld>
            <a:endParaRPr lang="en-IN"/>
          </a:p>
        </p:txBody>
      </p:sp>
    </p:spTree>
    <p:extLst>
      <p:ext uri="{BB962C8B-B14F-4D97-AF65-F5344CB8AC3E}">
        <p14:creationId xmlns:p14="http://schemas.microsoft.com/office/powerpoint/2010/main" val="1559354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CD2B733-34D4-1E15-6497-EABB102DF7F2}"/>
              </a:ext>
            </a:extLst>
          </p:cNvPr>
          <p:cNvSpPr>
            <a:spLocks noGrp="1"/>
          </p:cNvSpPr>
          <p:nvPr>
            <p:ph type="dt" sz="half" idx="10"/>
          </p:nvPr>
        </p:nvSpPr>
        <p:spPr/>
        <p:txBody>
          <a:bodyPr/>
          <a:lstStyle/>
          <a:p>
            <a:fld id="{1BEE934C-E44C-45F6-84FF-4A6ABF4EFE6F}" type="datetime1">
              <a:rPr lang="en-IN" smtClean="0"/>
              <a:t>02-05-2024</a:t>
            </a:fld>
            <a:endParaRPr lang="en-IN"/>
          </a:p>
        </p:txBody>
      </p:sp>
      <p:sp>
        <p:nvSpPr>
          <p:cNvPr id="5" name="Footer Placeholder 4">
            <a:extLst>
              <a:ext uri="{FF2B5EF4-FFF2-40B4-BE49-F238E27FC236}">
                <a16:creationId xmlns:a16="http://schemas.microsoft.com/office/drawing/2014/main" id="{84546BB0-8D94-F38F-8AAD-9528B8DB646C}"/>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75B4678A-786C-EF64-9F54-6D38997B6C23}"/>
              </a:ext>
            </a:extLst>
          </p:cNvPr>
          <p:cNvSpPr>
            <a:spLocks noGrp="1"/>
          </p:cNvSpPr>
          <p:nvPr>
            <p:ph type="sldNum" sz="quarter" idx="12"/>
          </p:nvPr>
        </p:nvSpPr>
        <p:spPr/>
        <p:txBody>
          <a:bodyPr/>
          <a:lstStyle/>
          <a:p>
            <a:fld id="{BA31EB0C-5590-401D-B2AF-7A2046961168}" type="slidenum">
              <a:rPr lang="en-IN" smtClean="0"/>
              <a:t>9</a:t>
            </a:fld>
            <a:endParaRPr lang="en-IN"/>
          </a:p>
        </p:txBody>
      </p:sp>
      <p:pic>
        <p:nvPicPr>
          <p:cNvPr id="1026" name="Picture 2" descr="avl tree">
            <a:extLst>
              <a:ext uri="{FF2B5EF4-FFF2-40B4-BE49-F238E27FC236}">
                <a16:creationId xmlns:a16="http://schemas.microsoft.com/office/drawing/2014/main" id="{DBC66A5F-75C9-9B40-4097-FBAC74F102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799" y="-69933"/>
            <a:ext cx="8098857" cy="70394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79DDABF-90C1-32C9-953C-96AA77BC1B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Tree>
    <p:extLst>
      <p:ext uri="{BB962C8B-B14F-4D97-AF65-F5344CB8AC3E}">
        <p14:creationId xmlns:p14="http://schemas.microsoft.com/office/powerpoint/2010/main" val="2682810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VL Tree">
            <a:extLst>
              <a:ext uri="{FF2B5EF4-FFF2-40B4-BE49-F238E27FC236}">
                <a16:creationId xmlns:a16="http://schemas.microsoft.com/office/drawing/2014/main" id="{D1F01A3E-F561-001A-2674-6813D0D12EC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829"/>
          <a:stretch/>
        </p:blipFill>
        <p:spPr bwMode="auto">
          <a:xfrm>
            <a:off x="2914688" y="0"/>
            <a:ext cx="5799909"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2C1240E0-F651-D4E8-56F4-9395B122F0F5}"/>
              </a:ext>
            </a:extLst>
          </p:cNvPr>
          <p:cNvSpPr>
            <a:spLocks noGrp="1"/>
          </p:cNvSpPr>
          <p:nvPr>
            <p:ph type="dt" sz="half" idx="10"/>
          </p:nvPr>
        </p:nvSpPr>
        <p:spPr/>
        <p:txBody>
          <a:bodyPr/>
          <a:lstStyle/>
          <a:p>
            <a:fld id="{6ADAAE9B-BAD0-4776-A08C-F7BECAE6D011}" type="datetime1">
              <a:rPr lang="en-IN" smtClean="0"/>
              <a:t>02-05-2024</a:t>
            </a:fld>
            <a:endParaRPr lang="en-IN"/>
          </a:p>
        </p:txBody>
      </p:sp>
      <p:sp>
        <p:nvSpPr>
          <p:cNvPr id="6" name="Footer Placeholder 5">
            <a:extLst>
              <a:ext uri="{FF2B5EF4-FFF2-40B4-BE49-F238E27FC236}">
                <a16:creationId xmlns:a16="http://schemas.microsoft.com/office/drawing/2014/main" id="{373500F8-1629-2124-1058-3923C3A21061}"/>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46C3D96B-30A7-7D35-D3D1-12984F63B284}"/>
              </a:ext>
            </a:extLst>
          </p:cNvPr>
          <p:cNvSpPr>
            <a:spLocks noGrp="1"/>
          </p:cNvSpPr>
          <p:nvPr>
            <p:ph type="sldNum" sz="quarter" idx="12"/>
          </p:nvPr>
        </p:nvSpPr>
        <p:spPr/>
        <p:txBody>
          <a:bodyPr/>
          <a:lstStyle/>
          <a:p>
            <a:fld id="{BA31EB0C-5590-401D-B2AF-7A2046961168}" type="slidenum">
              <a:rPr lang="en-IN" smtClean="0"/>
              <a:t>10</a:t>
            </a:fld>
            <a:endParaRPr lang="en-IN"/>
          </a:p>
        </p:txBody>
      </p:sp>
    </p:spTree>
    <p:extLst>
      <p:ext uri="{BB962C8B-B14F-4D97-AF65-F5344CB8AC3E}">
        <p14:creationId xmlns:p14="http://schemas.microsoft.com/office/powerpoint/2010/main" val="3985802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FAAD-23C6-EFB8-8AB1-5CEB65FE3C34}"/>
              </a:ext>
            </a:extLst>
          </p:cNvPr>
          <p:cNvSpPr>
            <a:spLocks noGrp="1"/>
          </p:cNvSpPr>
          <p:nvPr>
            <p:ph type="title"/>
          </p:nvPr>
        </p:nvSpPr>
        <p:spPr/>
        <p:txBody>
          <a:bodyPr/>
          <a:lstStyle/>
          <a:p>
            <a:r>
              <a:rPr lang="en-IN" b="1" i="0" dirty="0">
                <a:solidFill>
                  <a:srgbClr val="FF33CC"/>
                </a:solidFill>
                <a:effectLst/>
                <a:highlight>
                  <a:srgbClr val="FFFFFF"/>
                </a:highlight>
                <a:latin typeface="+mn-lt"/>
              </a:rPr>
              <a:t>AVL Rotations</a:t>
            </a:r>
            <a:endParaRPr lang="en-IN" b="1" dirty="0">
              <a:solidFill>
                <a:srgbClr val="FF33CC"/>
              </a:solidFill>
              <a:latin typeface="+mn-lt"/>
            </a:endParaRPr>
          </a:p>
        </p:txBody>
      </p:sp>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a:xfrm>
            <a:off x="934948" y="1212782"/>
            <a:ext cx="10875250" cy="5370897"/>
          </a:xfrm>
        </p:spPr>
        <p:txBody>
          <a:bodyPr>
            <a:normAutofit/>
          </a:bodyPr>
          <a:lstStyle/>
          <a:p>
            <a:pPr algn="just">
              <a:lnSpc>
                <a:spcPct val="150000"/>
              </a:lnSpc>
            </a:pPr>
            <a:r>
              <a:rPr lang="en-US" b="0" i="0" dirty="0">
                <a:solidFill>
                  <a:srgbClr val="333333"/>
                </a:solidFill>
                <a:effectLst/>
                <a:highlight>
                  <a:srgbClr val="FFFFFF"/>
                </a:highlight>
                <a:latin typeface="inter-regular"/>
              </a:rPr>
              <a:t>We perform rotation in AVL tree only in case if Balance Factor is other than </a:t>
            </a:r>
            <a:r>
              <a:rPr lang="en-US" b="1" i="0" dirty="0">
                <a:solidFill>
                  <a:srgbClr val="FF33CC"/>
                </a:solidFill>
                <a:effectLst/>
                <a:highlight>
                  <a:srgbClr val="FFFFFF"/>
                </a:highlight>
                <a:latin typeface="inter-bold"/>
              </a:rPr>
              <a:t>-1, 0, and 1</a:t>
            </a:r>
            <a:r>
              <a:rPr lang="en-US" b="0" i="0" dirty="0">
                <a:solidFill>
                  <a:srgbClr val="333333"/>
                </a:solidFill>
                <a:effectLst/>
                <a:highlight>
                  <a:srgbClr val="FFFFFF"/>
                </a:highlight>
                <a:latin typeface="inter-regular"/>
              </a:rPr>
              <a:t>.</a:t>
            </a:r>
          </a:p>
          <a:p>
            <a:pPr algn="just">
              <a:lnSpc>
                <a:spcPct val="150000"/>
              </a:lnSpc>
              <a:buFont typeface="+mj-lt"/>
              <a:buAutoNum type="arabicPeriod"/>
            </a:pPr>
            <a:r>
              <a:rPr lang="en-US" b="0" i="0" dirty="0">
                <a:solidFill>
                  <a:srgbClr val="FF33CC"/>
                </a:solidFill>
                <a:effectLst/>
                <a:highlight>
                  <a:srgbClr val="FFFFFF"/>
                </a:highlight>
                <a:latin typeface="inter-regular"/>
              </a:rPr>
              <a:t>L </a:t>
            </a:r>
            <a:r>
              <a:rPr lang="en-US" b="0" i="0" dirty="0" err="1">
                <a:solidFill>
                  <a:srgbClr val="FF33CC"/>
                </a:solidFill>
                <a:effectLst/>
                <a:highlight>
                  <a:srgbClr val="FFFFFF"/>
                </a:highlight>
                <a:latin typeface="inter-regular"/>
              </a:rPr>
              <a:t>L</a:t>
            </a:r>
            <a:r>
              <a:rPr lang="en-US" b="0" i="0" dirty="0">
                <a:solidFill>
                  <a:srgbClr val="FF33CC"/>
                </a:solidFill>
                <a:effectLst/>
                <a:highlight>
                  <a:srgbClr val="FFFFFF"/>
                </a:highlight>
                <a:latin typeface="inter-regular"/>
              </a:rPr>
              <a:t> rotation: </a:t>
            </a:r>
            <a:r>
              <a:rPr lang="en-US" b="0" i="0" dirty="0">
                <a:solidFill>
                  <a:srgbClr val="000000"/>
                </a:solidFill>
                <a:effectLst/>
                <a:highlight>
                  <a:srgbClr val="FFFFFF"/>
                </a:highlight>
                <a:latin typeface="inter-regular"/>
              </a:rPr>
              <a:t>Inserted node is in the left subtree of left subtree of A.</a:t>
            </a:r>
          </a:p>
          <a:p>
            <a:pPr algn="just">
              <a:lnSpc>
                <a:spcPct val="150000"/>
              </a:lnSpc>
              <a:buFont typeface="+mj-lt"/>
              <a:buAutoNum type="arabicPeriod"/>
            </a:pPr>
            <a:r>
              <a:rPr lang="en-US" b="0" i="0" dirty="0">
                <a:solidFill>
                  <a:srgbClr val="FF33CC"/>
                </a:solidFill>
                <a:effectLst/>
                <a:highlight>
                  <a:srgbClr val="FFFFFF"/>
                </a:highlight>
                <a:latin typeface="inter-regular"/>
              </a:rPr>
              <a:t>R </a:t>
            </a:r>
            <a:r>
              <a:rPr lang="en-US" b="0" i="0" dirty="0" err="1">
                <a:solidFill>
                  <a:srgbClr val="FF33CC"/>
                </a:solidFill>
                <a:effectLst/>
                <a:highlight>
                  <a:srgbClr val="FFFFFF"/>
                </a:highlight>
                <a:latin typeface="inter-regular"/>
              </a:rPr>
              <a:t>R</a:t>
            </a:r>
            <a:r>
              <a:rPr lang="en-US" b="0" i="0" dirty="0">
                <a:solidFill>
                  <a:srgbClr val="FF33CC"/>
                </a:solidFill>
                <a:effectLst/>
                <a:highlight>
                  <a:srgbClr val="FFFFFF"/>
                </a:highlight>
                <a:latin typeface="inter-regular"/>
              </a:rPr>
              <a:t> rotation : </a:t>
            </a:r>
            <a:r>
              <a:rPr lang="en-US" b="0" i="0" dirty="0">
                <a:solidFill>
                  <a:srgbClr val="000000"/>
                </a:solidFill>
                <a:effectLst/>
                <a:highlight>
                  <a:srgbClr val="FFFFFF"/>
                </a:highlight>
                <a:latin typeface="inter-regular"/>
              </a:rPr>
              <a:t>Inserted node is in the right subtree of right subtree of  A.</a:t>
            </a:r>
          </a:p>
          <a:p>
            <a:pPr algn="just">
              <a:lnSpc>
                <a:spcPct val="150000"/>
              </a:lnSpc>
              <a:buFont typeface="+mj-lt"/>
              <a:buAutoNum type="arabicPeriod"/>
            </a:pPr>
            <a:r>
              <a:rPr lang="en-US" b="0" i="0" dirty="0">
                <a:solidFill>
                  <a:srgbClr val="FF33CC"/>
                </a:solidFill>
                <a:effectLst/>
                <a:highlight>
                  <a:srgbClr val="FFFFFF"/>
                </a:highlight>
                <a:latin typeface="inter-regular"/>
              </a:rPr>
              <a:t>L R rotation : </a:t>
            </a:r>
            <a:r>
              <a:rPr lang="en-US" b="0" i="0" dirty="0">
                <a:solidFill>
                  <a:srgbClr val="000000"/>
                </a:solidFill>
                <a:effectLst/>
                <a:highlight>
                  <a:srgbClr val="FFFFFF"/>
                </a:highlight>
                <a:latin typeface="inter-regular"/>
              </a:rPr>
              <a:t>Inserted node is in the right subtree of left subtree of A.</a:t>
            </a:r>
          </a:p>
          <a:p>
            <a:pPr algn="just">
              <a:lnSpc>
                <a:spcPct val="150000"/>
              </a:lnSpc>
              <a:buFont typeface="+mj-lt"/>
              <a:buAutoNum type="arabicPeriod"/>
            </a:pPr>
            <a:r>
              <a:rPr lang="en-US" b="0" i="0" dirty="0">
                <a:solidFill>
                  <a:srgbClr val="FF33CC"/>
                </a:solidFill>
                <a:effectLst/>
                <a:highlight>
                  <a:srgbClr val="FFFFFF"/>
                </a:highlight>
                <a:latin typeface="inter-regular"/>
              </a:rPr>
              <a:t>R L rotation : </a:t>
            </a:r>
            <a:r>
              <a:rPr lang="en-US" b="0" i="0" dirty="0">
                <a:solidFill>
                  <a:srgbClr val="000000"/>
                </a:solidFill>
                <a:effectLst/>
                <a:highlight>
                  <a:srgbClr val="FFFFFF"/>
                </a:highlight>
                <a:latin typeface="inter-regular"/>
              </a:rPr>
              <a:t>Inserted node is in the left subtree of right subtree of A.</a:t>
            </a:r>
          </a:p>
          <a:p>
            <a:pPr algn="just">
              <a:lnSpc>
                <a:spcPct val="150000"/>
              </a:lnSpc>
            </a:pPr>
            <a:endParaRPr lang="en-IN" dirty="0"/>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09D2A60F-BE6D-E36D-8C6E-4AD7FCD33CD5}"/>
              </a:ext>
            </a:extLst>
          </p:cNvPr>
          <p:cNvSpPr>
            <a:spLocks noGrp="1"/>
          </p:cNvSpPr>
          <p:nvPr>
            <p:ph type="dt" sz="half" idx="10"/>
          </p:nvPr>
        </p:nvSpPr>
        <p:spPr/>
        <p:txBody>
          <a:bodyPr/>
          <a:lstStyle/>
          <a:p>
            <a:fld id="{8FA41750-6152-40E5-AF5D-82E474831343}" type="datetime1">
              <a:rPr lang="en-IN" smtClean="0"/>
              <a:t>02-05-2024</a:t>
            </a:fld>
            <a:endParaRPr lang="en-IN"/>
          </a:p>
        </p:txBody>
      </p:sp>
      <p:sp>
        <p:nvSpPr>
          <p:cNvPr id="6" name="Footer Placeholder 5">
            <a:extLst>
              <a:ext uri="{FF2B5EF4-FFF2-40B4-BE49-F238E27FC236}">
                <a16:creationId xmlns:a16="http://schemas.microsoft.com/office/drawing/2014/main" id="{29A05EAF-6635-4884-748C-6235A6FF012E}"/>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9E016F0B-6C51-3780-DD61-DA9F05C85209}"/>
              </a:ext>
            </a:extLst>
          </p:cNvPr>
          <p:cNvSpPr>
            <a:spLocks noGrp="1"/>
          </p:cNvSpPr>
          <p:nvPr>
            <p:ph type="sldNum" sz="quarter" idx="12"/>
          </p:nvPr>
        </p:nvSpPr>
        <p:spPr/>
        <p:txBody>
          <a:bodyPr/>
          <a:lstStyle/>
          <a:p>
            <a:fld id="{BA31EB0C-5590-401D-B2AF-7A2046961168}" type="slidenum">
              <a:rPr lang="en-IN" smtClean="0"/>
              <a:t>11</a:t>
            </a:fld>
            <a:endParaRPr lang="en-IN"/>
          </a:p>
        </p:txBody>
      </p:sp>
    </p:spTree>
    <p:extLst>
      <p:ext uri="{BB962C8B-B14F-4D97-AF65-F5344CB8AC3E}">
        <p14:creationId xmlns:p14="http://schemas.microsoft.com/office/powerpoint/2010/main" val="458501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39B34-A71B-9669-FA04-FD4E15F8AB9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C9DD18A-60BE-5446-9D1F-4D47BD537A20}"/>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83AE5F0-53AE-B51E-D536-3C8877EC66A5}"/>
              </a:ext>
            </a:extLst>
          </p:cNvPr>
          <p:cNvSpPr>
            <a:spLocks noGrp="1"/>
          </p:cNvSpPr>
          <p:nvPr>
            <p:ph type="dt" sz="half" idx="10"/>
          </p:nvPr>
        </p:nvSpPr>
        <p:spPr/>
        <p:txBody>
          <a:bodyPr/>
          <a:lstStyle/>
          <a:p>
            <a:fld id="{D459ACC0-94C2-4CB0-B5A1-E93F59E4A68F}" type="datetime1">
              <a:rPr lang="en-IN" smtClean="0"/>
              <a:t>02-05-2024</a:t>
            </a:fld>
            <a:endParaRPr lang="en-IN"/>
          </a:p>
        </p:txBody>
      </p:sp>
      <p:sp>
        <p:nvSpPr>
          <p:cNvPr id="5" name="Footer Placeholder 4">
            <a:extLst>
              <a:ext uri="{FF2B5EF4-FFF2-40B4-BE49-F238E27FC236}">
                <a16:creationId xmlns:a16="http://schemas.microsoft.com/office/drawing/2014/main" id="{46FC5D92-571B-C590-160A-8FB909B77664}"/>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6299D68F-2663-347C-D743-52E517F7EB19}"/>
              </a:ext>
            </a:extLst>
          </p:cNvPr>
          <p:cNvSpPr>
            <a:spLocks noGrp="1"/>
          </p:cNvSpPr>
          <p:nvPr>
            <p:ph type="sldNum" sz="quarter" idx="12"/>
          </p:nvPr>
        </p:nvSpPr>
        <p:spPr/>
        <p:txBody>
          <a:bodyPr/>
          <a:lstStyle/>
          <a:p>
            <a:fld id="{BA31EB0C-5590-401D-B2AF-7A2046961168}" type="slidenum">
              <a:rPr lang="en-IN" smtClean="0"/>
              <a:t>12</a:t>
            </a:fld>
            <a:endParaRPr lang="en-IN"/>
          </a:p>
        </p:txBody>
      </p:sp>
      <p:pic>
        <p:nvPicPr>
          <p:cNvPr id="3074" name="Picture 2">
            <a:extLst>
              <a:ext uri="{FF2B5EF4-FFF2-40B4-BE49-F238E27FC236}">
                <a16:creationId xmlns:a16="http://schemas.microsoft.com/office/drawing/2014/main" id="{F9D35AC5-2372-5CD5-40E0-CA0C9C7DD3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280" y="1646237"/>
            <a:ext cx="11087395" cy="45307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585BCB2F-7718-B38D-4139-FCBF19563A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Tree>
    <p:extLst>
      <p:ext uri="{BB962C8B-B14F-4D97-AF65-F5344CB8AC3E}">
        <p14:creationId xmlns:p14="http://schemas.microsoft.com/office/powerpoint/2010/main" val="1663965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FAAD-23C6-EFB8-8AB1-5CEB65FE3C34}"/>
              </a:ext>
            </a:extLst>
          </p:cNvPr>
          <p:cNvSpPr>
            <a:spLocks noGrp="1"/>
          </p:cNvSpPr>
          <p:nvPr>
            <p:ph type="title"/>
          </p:nvPr>
        </p:nvSpPr>
        <p:spPr/>
        <p:txBody>
          <a:bodyPr/>
          <a:lstStyle/>
          <a:p>
            <a:r>
              <a:rPr lang="en-IN" b="1" i="0" dirty="0">
                <a:solidFill>
                  <a:srgbClr val="00B050"/>
                </a:solidFill>
                <a:effectLst/>
                <a:highlight>
                  <a:srgbClr val="FFFFFF"/>
                </a:highlight>
                <a:latin typeface="+mn-lt"/>
              </a:rPr>
              <a:t>1. RR Rotation</a:t>
            </a:r>
          </a:p>
        </p:txBody>
      </p:sp>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a:xfrm>
            <a:off x="838200" y="1366463"/>
            <a:ext cx="10515600" cy="4810500"/>
          </a:xfrm>
        </p:spPr>
        <p:txBody>
          <a:bodyPr>
            <a:normAutofit/>
          </a:bodyPr>
          <a:lstStyle/>
          <a:p>
            <a:pPr algn="just">
              <a:lnSpc>
                <a:spcPct val="150000"/>
              </a:lnSpc>
            </a:pPr>
            <a:r>
              <a:rPr lang="en-US" sz="3200" b="0" i="0" dirty="0">
                <a:solidFill>
                  <a:srgbClr val="333333"/>
                </a:solidFill>
                <a:effectLst/>
                <a:highlight>
                  <a:srgbClr val="FFFFFF"/>
                </a:highlight>
                <a:latin typeface="inter-regular"/>
              </a:rPr>
              <a:t>When BST becomes unbalanced, due to a node is inserted into the right subtree of the right subtree of A, then we perform RR rotation, </a:t>
            </a:r>
            <a:r>
              <a:rPr lang="en-US" sz="3200" dirty="0">
                <a:solidFill>
                  <a:srgbClr val="008000"/>
                </a:solidFill>
                <a:highlight>
                  <a:srgbClr val="FFFFFF"/>
                </a:highlight>
                <a:latin typeface="inter-regular"/>
              </a:rPr>
              <a:t>RR rotation</a:t>
            </a:r>
            <a:r>
              <a:rPr lang="en-US" sz="3200" b="0" i="0" dirty="0">
                <a:solidFill>
                  <a:srgbClr val="333333"/>
                </a:solidFill>
                <a:effectLst/>
                <a:highlight>
                  <a:srgbClr val="FFFFFF"/>
                </a:highlight>
                <a:latin typeface="inter-regular"/>
              </a:rPr>
              <a:t> is an clockwise rotation, which is applied on the edge below a </a:t>
            </a:r>
            <a:r>
              <a:rPr lang="en-US" sz="3200" b="0" i="0" dirty="0">
                <a:solidFill>
                  <a:srgbClr val="00B050"/>
                </a:solidFill>
                <a:effectLst/>
                <a:highlight>
                  <a:srgbClr val="FFFFFF"/>
                </a:highlight>
                <a:latin typeface="inter-regular"/>
              </a:rPr>
              <a:t>node having balance factor -2.</a:t>
            </a:r>
            <a:endParaRPr lang="en-IN" sz="3200" dirty="0">
              <a:solidFill>
                <a:srgbClr val="00B050"/>
              </a:solidFill>
            </a:endParaRPr>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0B8D12B9-C41D-EA67-9D26-888B04193364}"/>
              </a:ext>
            </a:extLst>
          </p:cNvPr>
          <p:cNvSpPr>
            <a:spLocks noGrp="1"/>
          </p:cNvSpPr>
          <p:nvPr>
            <p:ph type="dt" sz="half" idx="10"/>
          </p:nvPr>
        </p:nvSpPr>
        <p:spPr/>
        <p:txBody>
          <a:bodyPr/>
          <a:lstStyle/>
          <a:p>
            <a:fld id="{2D9E91D3-3FF4-45E1-8D12-C416266BD970}" type="datetime1">
              <a:rPr lang="en-IN" smtClean="0"/>
              <a:t>02-05-2024</a:t>
            </a:fld>
            <a:endParaRPr lang="en-IN"/>
          </a:p>
        </p:txBody>
      </p:sp>
      <p:sp>
        <p:nvSpPr>
          <p:cNvPr id="6" name="Footer Placeholder 5">
            <a:extLst>
              <a:ext uri="{FF2B5EF4-FFF2-40B4-BE49-F238E27FC236}">
                <a16:creationId xmlns:a16="http://schemas.microsoft.com/office/drawing/2014/main" id="{C96A9459-0F0F-DC5E-ACB8-0067E015EB2E}"/>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817E85EA-F962-E679-EACB-C868425C5393}"/>
              </a:ext>
            </a:extLst>
          </p:cNvPr>
          <p:cNvSpPr>
            <a:spLocks noGrp="1"/>
          </p:cNvSpPr>
          <p:nvPr>
            <p:ph type="sldNum" sz="quarter" idx="12"/>
          </p:nvPr>
        </p:nvSpPr>
        <p:spPr/>
        <p:txBody>
          <a:bodyPr/>
          <a:lstStyle/>
          <a:p>
            <a:fld id="{BA31EB0C-5590-401D-B2AF-7A2046961168}" type="slidenum">
              <a:rPr lang="en-IN" smtClean="0"/>
              <a:t>13</a:t>
            </a:fld>
            <a:endParaRPr lang="en-IN"/>
          </a:p>
        </p:txBody>
      </p:sp>
    </p:spTree>
    <p:extLst>
      <p:ext uri="{BB962C8B-B14F-4D97-AF65-F5344CB8AC3E}">
        <p14:creationId xmlns:p14="http://schemas.microsoft.com/office/powerpoint/2010/main" val="796591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1F0B8-ACBE-1CAB-E7EC-087124F225A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CC4021C-199B-CD4C-049F-84E4FE807B7F}"/>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8B4AF429-8631-573B-FF43-93704247BAAB}"/>
              </a:ext>
            </a:extLst>
          </p:cNvPr>
          <p:cNvSpPr>
            <a:spLocks noGrp="1"/>
          </p:cNvSpPr>
          <p:nvPr>
            <p:ph type="dt" sz="half" idx="10"/>
          </p:nvPr>
        </p:nvSpPr>
        <p:spPr/>
        <p:txBody>
          <a:bodyPr/>
          <a:lstStyle/>
          <a:p>
            <a:fld id="{CAE38FF6-1056-4F3D-8FAA-171F84EF5211}" type="datetime1">
              <a:rPr lang="en-IN" smtClean="0"/>
              <a:t>02-05-2024</a:t>
            </a:fld>
            <a:endParaRPr lang="en-IN"/>
          </a:p>
        </p:txBody>
      </p:sp>
      <p:sp>
        <p:nvSpPr>
          <p:cNvPr id="5" name="Footer Placeholder 4">
            <a:extLst>
              <a:ext uri="{FF2B5EF4-FFF2-40B4-BE49-F238E27FC236}">
                <a16:creationId xmlns:a16="http://schemas.microsoft.com/office/drawing/2014/main" id="{CC820401-A8E5-87AC-703F-A1AF41678B40}"/>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1E660BBA-CF1E-490C-2CA2-0FB672ACD93D}"/>
              </a:ext>
            </a:extLst>
          </p:cNvPr>
          <p:cNvSpPr>
            <a:spLocks noGrp="1"/>
          </p:cNvSpPr>
          <p:nvPr>
            <p:ph type="sldNum" sz="quarter" idx="12"/>
          </p:nvPr>
        </p:nvSpPr>
        <p:spPr/>
        <p:txBody>
          <a:bodyPr/>
          <a:lstStyle/>
          <a:p>
            <a:fld id="{BA31EB0C-5590-401D-B2AF-7A2046961168}" type="slidenum">
              <a:rPr lang="en-IN" smtClean="0"/>
              <a:t>14</a:t>
            </a:fld>
            <a:endParaRPr lang="en-IN"/>
          </a:p>
        </p:txBody>
      </p:sp>
      <p:pic>
        <p:nvPicPr>
          <p:cNvPr id="4098" name="Picture 2">
            <a:extLst>
              <a:ext uri="{FF2B5EF4-FFF2-40B4-BE49-F238E27FC236}">
                <a16:creationId xmlns:a16="http://schemas.microsoft.com/office/drawing/2014/main" id="{534C4DB6-1D07-3E85-FE19-D422270880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653" y="681037"/>
            <a:ext cx="10812694" cy="567988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726E4F7E-6030-B991-FCA8-EB1C5171C8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Tree>
    <p:extLst>
      <p:ext uri="{BB962C8B-B14F-4D97-AF65-F5344CB8AC3E}">
        <p14:creationId xmlns:p14="http://schemas.microsoft.com/office/powerpoint/2010/main" val="2949895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FAAD-23C6-EFB8-8AB1-5CEB65FE3C34}"/>
              </a:ext>
            </a:extLst>
          </p:cNvPr>
          <p:cNvSpPr>
            <a:spLocks noGrp="1"/>
          </p:cNvSpPr>
          <p:nvPr>
            <p:ph type="title"/>
          </p:nvPr>
        </p:nvSpPr>
        <p:spPr/>
        <p:txBody>
          <a:bodyPr/>
          <a:lstStyle/>
          <a:p>
            <a:r>
              <a:rPr lang="en-IN" b="1" i="0" dirty="0">
                <a:solidFill>
                  <a:srgbClr val="00B050"/>
                </a:solidFill>
                <a:effectLst/>
                <a:highlight>
                  <a:srgbClr val="FFFFFF"/>
                </a:highlight>
                <a:latin typeface="+mn-lt"/>
              </a:rPr>
              <a:t>2. LL Rotation</a:t>
            </a:r>
            <a:endParaRPr lang="en-IN" b="1" dirty="0">
              <a:solidFill>
                <a:srgbClr val="00B050"/>
              </a:solidFill>
              <a:latin typeface="+mn-lt"/>
            </a:endParaRPr>
          </a:p>
        </p:txBody>
      </p:sp>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a:xfrm>
            <a:off x="838200" y="1376737"/>
            <a:ext cx="10515600" cy="4800226"/>
          </a:xfrm>
        </p:spPr>
        <p:txBody>
          <a:bodyPr>
            <a:normAutofit/>
          </a:bodyPr>
          <a:lstStyle/>
          <a:p>
            <a:pPr algn="just">
              <a:lnSpc>
                <a:spcPct val="150000"/>
              </a:lnSpc>
            </a:pPr>
            <a:r>
              <a:rPr lang="en-US" sz="3600" b="0" i="0" dirty="0">
                <a:solidFill>
                  <a:srgbClr val="333333"/>
                </a:solidFill>
                <a:effectLst/>
                <a:highlight>
                  <a:srgbClr val="FFFFFF"/>
                </a:highlight>
                <a:latin typeface="inter-regular"/>
              </a:rPr>
              <a:t>When BST becomes unbalanced, due to a node is inserted into the left subtree of the left subtree of C, then we perform LL rotation, </a:t>
            </a:r>
            <a:r>
              <a:rPr lang="en-US" sz="3600" dirty="0">
                <a:solidFill>
                  <a:srgbClr val="008000"/>
                </a:solidFill>
                <a:highlight>
                  <a:srgbClr val="FFFFFF"/>
                </a:highlight>
                <a:latin typeface="inter-regular"/>
              </a:rPr>
              <a:t>LL rotation</a:t>
            </a:r>
            <a:r>
              <a:rPr lang="en-US" sz="3600" b="0" i="0" dirty="0">
                <a:solidFill>
                  <a:srgbClr val="333333"/>
                </a:solidFill>
                <a:effectLst/>
                <a:highlight>
                  <a:srgbClr val="FFFFFF"/>
                </a:highlight>
                <a:latin typeface="inter-regular"/>
              </a:rPr>
              <a:t> is Anticlockwise rotation, which is applied on the edge below a node having balance factor 2.</a:t>
            </a:r>
            <a:endParaRPr lang="en-IN" sz="3600" dirty="0"/>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88AEC8F3-0628-6CF9-9E30-16FEFA09CCAF}"/>
              </a:ext>
            </a:extLst>
          </p:cNvPr>
          <p:cNvSpPr>
            <a:spLocks noGrp="1"/>
          </p:cNvSpPr>
          <p:nvPr>
            <p:ph type="dt" sz="half" idx="10"/>
          </p:nvPr>
        </p:nvSpPr>
        <p:spPr/>
        <p:txBody>
          <a:bodyPr/>
          <a:lstStyle/>
          <a:p>
            <a:fld id="{73D53777-1AFC-4E6B-9B48-D1D958DEBBF7}" type="datetime1">
              <a:rPr lang="en-IN" smtClean="0"/>
              <a:t>02-05-2024</a:t>
            </a:fld>
            <a:endParaRPr lang="en-IN"/>
          </a:p>
        </p:txBody>
      </p:sp>
      <p:sp>
        <p:nvSpPr>
          <p:cNvPr id="6" name="Footer Placeholder 5">
            <a:extLst>
              <a:ext uri="{FF2B5EF4-FFF2-40B4-BE49-F238E27FC236}">
                <a16:creationId xmlns:a16="http://schemas.microsoft.com/office/drawing/2014/main" id="{75C50399-E509-97A7-A24F-943BEFB31D8E}"/>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6DDD4911-818F-07F3-01B2-507916ED579B}"/>
              </a:ext>
            </a:extLst>
          </p:cNvPr>
          <p:cNvSpPr>
            <a:spLocks noGrp="1"/>
          </p:cNvSpPr>
          <p:nvPr>
            <p:ph type="sldNum" sz="quarter" idx="12"/>
          </p:nvPr>
        </p:nvSpPr>
        <p:spPr/>
        <p:txBody>
          <a:bodyPr/>
          <a:lstStyle/>
          <a:p>
            <a:fld id="{BA31EB0C-5590-401D-B2AF-7A2046961168}" type="slidenum">
              <a:rPr lang="en-IN" smtClean="0"/>
              <a:t>15</a:t>
            </a:fld>
            <a:endParaRPr lang="en-IN"/>
          </a:p>
        </p:txBody>
      </p:sp>
    </p:spTree>
    <p:extLst>
      <p:ext uri="{BB962C8B-B14F-4D97-AF65-F5344CB8AC3E}">
        <p14:creationId xmlns:p14="http://schemas.microsoft.com/office/powerpoint/2010/main" val="2616855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23ACC-82C5-9170-79D1-D6B839A0357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7E29611-6EB7-B5D6-68E8-5945C1B7D17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405A63F8-ED0F-1C41-AE30-AFC568A77A31}"/>
              </a:ext>
            </a:extLst>
          </p:cNvPr>
          <p:cNvSpPr>
            <a:spLocks noGrp="1"/>
          </p:cNvSpPr>
          <p:nvPr>
            <p:ph type="dt" sz="half" idx="10"/>
          </p:nvPr>
        </p:nvSpPr>
        <p:spPr/>
        <p:txBody>
          <a:bodyPr/>
          <a:lstStyle/>
          <a:p>
            <a:fld id="{B8B8229C-4EA3-4CEF-8B9F-38E9A5951E05}" type="datetime1">
              <a:rPr lang="en-IN" smtClean="0"/>
              <a:t>02-05-2024</a:t>
            </a:fld>
            <a:endParaRPr lang="en-IN"/>
          </a:p>
        </p:txBody>
      </p:sp>
      <p:sp>
        <p:nvSpPr>
          <p:cNvPr id="5" name="Footer Placeholder 4">
            <a:extLst>
              <a:ext uri="{FF2B5EF4-FFF2-40B4-BE49-F238E27FC236}">
                <a16:creationId xmlns:a16="http://schemas.microsoft.com/office/drawing/2014/main" id="{0091623B-C1E8-CEC1-AF7E-A1099ED60559}"/>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551086E3-9373-03EA-443B-831A08DF50EC}"/>
              </a:ext>
            </a:extLst>
          </p:cNvPr>
          <p:cNvSpPr>
            <a:spLocks noGrp="1"/>
          </p:cNvSpPr>
          <p:nvPr>
            <p:ph type="sldNum" sz="quarter" idx="12"/>
          </p:nvPr>
        </p:nvSpPr>
        <p:spPr/>
        <p:txBody>
          <a:bodyPr/>
          <a:lstStyle/>
          <a:p>
            <a:fld id="{BA31EB0C-5590-401D-B2AF-7A2046961168}" type="slidenum">
              <a:rPr lang="en-IN" smtClean="0"/>
              <a:t>16</a:t>
            </a:fld>
            <a:endParaRPr lang="en-IN"/>
          </a:p>
        </p:txBody>
      </p:sp>
      <p:pic>
        <p:nvPicPr>
          <p:cNvPr id="1028" name="Picture 4">
            <a:extLst>
              <a:ext uri="{FF2B5EF4-FFF2-40B4-BE49-F238E27FC236}">
                <a16:creationId xmlns:a16="http://schemas.microsoft.com/office/drawing/2014/main" id="{93F1A049-7332-9431-B577-9569C395B0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547288"/>
            <a:ext cx="10703577" cy="580906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3D5E160C-5CAC-24AB-5F5F-E2CFEAB705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Tree>
    <p:extLst>
      <p:ext uri="{BB962C8B-B14F-4D97-AF65-F5344CB8AC3E}">
        <p14:creationId xmlns:p14="http://schemas.microsoft.com/office/powerpoint/2010/main" val="2088197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FAAD-23C6-EFB8-8AB1-5CEB65FE3C34}"/>
              </a:ext>
            </a:extLst>
          </p:cNvPr>
          <p:cNvSpPr>
            <a:spLocks noGrp="1"/>
          </p:cNvSpPr>
          <p:nvPr>
            <p:ph type="title"/>
          </p:nvPr>
        </p:nvSpPr>
        <p:spPr/>
        <p:txBody>
          <a:bodyPr/>
          <a:lstStyle/>
          <a:p>
            <a:r>
              <a:rPr lang="en-IN" b="1" i="0" dirty="0">
                <a:solidFill>
                  <a:srgbClr val="00B050"/>
                </a:solidFill>
                <a:effectLst/>
                <a:highlight>
                  <a:srgbClr val="FFFFFF"/>
                </a:highlight>
                <a:latin typeface="erdana"/>
              </a:rPr>
              <a:t>3. LR Rotation</a:t>
            </a:r>
            <a:endParaRPr lang="en-IN" b="1" dirty="0">
              <a:solidFill>
                <a:srgbClr val="00B050"/>
              </a:solidFill>
            </a:endParaRPr>
          </a:p>
        </p:txBody>
      </p:sp>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p:txBody>
          <a:bodyPr/>
          <a:lstStyle/>
          <a:p>
            <a:pPr algn="just">
              <a:lnSpc>
                <a:spcPct val="150000"/>
              </a:lnSpc>
            </a:pPr>
            <a:r>
              <a:rPr lang="en-US" b="0" i="0" dirty="0">
                <a:solidFill>
                  <a:srgbClr val="333333"/>
                </a:solidFill>
                <a:effectLst/>
                <a:highlight>
                  <a:srgbClr val="FFFFFF"/>
                </a:highlight>
                <a:latin typeface="inter-regular"/>
              </a:rPr>
              <a:t>Double rotations are bit tougher than single rotation which has already explained above.</a:t>
            </a:r>
          </a:p>
          <a:p>
            <a:pPr algn="just">
              <a:lnSpc>
                <a:spcPct val="150000"/>
              </a:lnSpc>
            </a:pPr>
            <a:r>
              <a:rPr lang="en-US" b="0" i="0" dirty="0">
                <a:solidFill>
                  <a:srgbClr val="333333"/>
                </a:solidFill>
                <a:effectLst/>
                <a:highlight>
                  <a:srgbClr val="FFFFFF"/>
                </a:highlight>
                <a:latin typeface="inter-regular"/>
              </a:rPr>
              <a:t> </a:t>
            </a:r>
            <a:r>
              <a:rPr lang="en-US" b="1" i="0" dirty="0">
                <a:solidFill>
                  <a:srgbClr val="00B050"/>
                </a:solidFill>
                <a:effectLst/>
                <a:highlight>
                  <a:srgbClr val="FFFFFF"/>
                </a:highlight>
                <a:latin typeface="inter-regular"/>
              </a:rPr>
              <a:t>LR rotation = LL rotation + RR rotation</a:t>
            </a:r>
            <a:r>
              <a:rPr lang="en-US" b="0" i="0" dirty="0">
                <a:solidFill>
                  <a:srgbClr val="333333"/>
                </a:solidFill>
                <a:effectLst/>
                <a:highlight>
                  <a:srgbClr val="FFFFFF"/>
                </a:highlight>
                <a:latin typeface="inter-regular"/>
              </a:rPr>
              <a:t>, i.e., first RR rotation is performed on subtree and then LL rotation is performed on full tree, by full tree we mean the first node from the path of inserted node whose balance factor is other than -1, 0, or 1.</a:t>
            </a:r>
            <a:endParaRPr lang="en-IN" dirty="0"/>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92827722-A3AF-AD02-EA7E-5B02F2C1EB9A}"/>
              </a:ext>
            </a:extLst>
          </p:cNvPr>
          <p:cNvSpPr>
            <a:spLocks noGrp="1"/>
          </p:cNvSpPr>
          <p:nvPr>
            <p:ph type="dt" sz="half" idx="10"/>
          </p:nvPr>
        </p:nvSpPr>
        <p:spPr/>
        <p:txBody>
          <a:bodyPr/>
          <a:lstStyle/>
          <a:p>
            <a:fld id="{0F4ECF2B-82AE-4025-849A-CE48EA5FAFB1}" type="datetime1">
              <a:rPr lang="en-IN" smtClean="0"/>
              <a:t>02-05-2024</a:t>
            </a:fld>
            <a:endParaRPr lang="en-IN"/>
          </a:p>
        </p:txBody>
      </p:sp>
      <p:sp>
        <p:nvSpPr>
          <p:cNvPr id="6" name="Footer Placeholder 5">
            <a:extLst>
              <a:ext uri="{FF2B5EF4-FFF2-40B4-BE49-F238E27FC236}">
                <a16:creationId xmlns:a16="http://schemas.microsoft.com/office/drawing/2014/main" id="{0CE857E5-E3F7-986C-CC14-4F99AA252737}"/>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15AFF983-06B9-3162-6C56-BE03DF5BC5B3}"/>
              </a:ext>
            </a:extLst>
          </p:cNvPr>
          <p:cNvSpPr>
            <a:spLocks noGrp="1"/>
          </p:cNvSpPr>
          <p:nvPr>
            <p:ph type="sldNum" sz="quarter" idx="12"/>
          </p:nvPr>
        </p:nvSpPr>
        <p:spPr/>
        <p:txBody>
          <a:bodyPr/>
          <a:lstStyle/>
          <a:p>
            <a:fld id="{BA31EB0C-5590-401D-B2AF-7A2046961168}" type="slidenum">
              <a:rPr lang="en-IN" smtClean="0"/>
              <a:t>17</a:t>
            </a:fld>
            <a:endParaRPr lang="en-IN"/>
          </a:p>
        </p:txBody>
      </p:sp>
    </p:spTree>
    <p:extLst>
      <p:ext uri="{BB962C8B-B14F-4D97-AF65-F5344CB8AC3E}">
        <p14:creationId xmlns:p14="http://schemas.microsoft.com/office/powerpoint/2010/main" val="3522612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FAAD-23C6-EFB8-8AB1-5CEB65FE3C3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9727071B-D381-C1A9-8A16-538DA037C8D0}"/>
              </a:ext>
            </a:extLst>
          </p:cNvPr>
          <p:cNvSpPr>
            <a:spLocks noGrp="1"/>
          </p:cNvSpPr>
          <p:nvPr>
            <p:ph type="dt" sz="half" idx="10"/>
          </p:nvPr>
        </p:nvSpPr>
        <p:spPr/>
        <p:txBody>
          <a:bodyPr/>
          <a:lstStyle/>
          <a:p>
            <a:fld id="{1580B548-FA35-4D52-8115-407927FC6555}" type="datetime1">
              <a:rPr lang="en-IN" smtClean="0"/>
              <a:t>02-05-2024</a:t>
            </a:fld>
            <a:endParaRPr lang="en-IN"/>
          </a:p>
        </p:txBody>
      </p:sp>
      <p:sp>
        <p:nvSpPr>
          <p:cNvPr id="6" name="Footer Placeholder 5">
            <a:extLst>
              <a:ext uri="{FF2B5EF4-FFF2-40B4-BE49-F238E27FC236}">
                <a16:creationId xmlns:a16="http://schemas.microsoft.com/office/drawing/2014/main" id="{E203CD3C-320C-62FA-E630-F0A9BB37B029}"/>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37C1284B-02C4-A441-04F1-6CE66D226A1E}"/>
              </a:ext>
            </a:extLst>
          </p:cNvPr>
          <p:cNvSpPr>
            <a:spLocks noGrp="1"/>
          </p:cNvSpPr>
          <p:nvPr>
            <p:ph type="sldNum" sz="quarter" idx="12"/>
          </p:nvPr>
        </p:nvSpPr>
        <p:spPr/>
        <p:txBody>
          <a:bodyPr/>
          <a:lstStyle/>
          <a:p>
            <a:fld id="{BA31EB0C-5590-401D-B2AF-7A2046961168}" type="slidenum">
              <a:rPr lang="en-IN" smtClean="0"/>
              <a:t>18</a:t>
            </a:fld>
            <a:endParaRPr lang="en-IN"/>
          </a:p>
        </p:txBody>
      </p:sp>
      <p:pic>
        <p:nvPicPr>
          <p:cNvPr id="9" name="Picture 8">
            <a:extLst>
              <a:ext uri="{FF2B5EF4-FFF2-40B4-BE49-F238E27FC236}">
                <a16:creationId xmlns:a16="http://schemas.microsoft.com/office/drawing/2014/main" id="{F893AAD6-A99A-1689-6F78-27E88B23442B}"/>
              </a:ext>
            </a:extLst>
          </p:cNvPr>
          <p:cNvPicPr>
            <a:picLocks noChangeAspect="1"/>
          </p:cNvPicPr>
          <p:nvPr/>
        </p:nvPicPr>
        <p:blipFill>
          <a:blip r:embed="rId3"/>
          <a:stretch>
            <a:fillRect/>
          </a:stretch>
        </p:blipFill>
        <p:spPr>
          <a:xfrm>
            <a:off x="731434" y="1095571"/>
            <a:ext cx="10729131" cy="5081392"/>
          </a:xfrm>
          <a:prstGeom prst="rect">
            <a:avLst/>
          </a:prstGeom>
        </p:spPr>
      </p:pic>
    </p:spTree>
    <p:extLst>
      <p:ext uri="{BB962C8B-B14F-4D97-AF65-F5344CB8AC3E}">
        <p14:creationId xmlns:p14="http://schemas.microsoft.com/office/powerpoint/2010/main" val="1088683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7F3F9-61A9-9F1F-EC11-9E09658A6BE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8DFE32C-91C2-7D0F-738E-C6F4A5D85351}"/>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DEF9A613-110C-1E91-AD74-5CADB2DB16B3}"/>
              </a:ext>
            </a:extLst>
          </p:cNvPr>
          <p:cNvSpPr>
            <a:spLocks noGrp="1"/>
          </p:cNvSpPr>
          <p:nvPr>
            <p:ph type="dt" sz="half" idx="10"/>
          </p:nvPr>
        </p:nvSpPr>
        <p:spPr/>
        <p:txBody>
          <a:bodyPr/>
          <a:lstStyle/>
          <a:p>
            <a:fld id="{17AAD2E0-40CD-49D8-A465-0B75CE5E543A}" type="datetime1">
              <a:rPr lang="en-IN" smtClean="0"/>
              <a:t>02-05-2024</a:t>
            </a:fld>
            <a:endParaRPr lang="en-IN"/>
          </a:p>
        </p:txBody>
      </p:sp>
      <p:sp>
        <p:nvSpPr>
          <p:cNvPr id="5" name="Footer Placeholder 4">
            <a:extLst>
              <a:ext uri="{FF2B5EF4-FFF2-40B4-BE49-F238E27FC236}">
                <a16:creationId xmlns:a16="http://schemas.microsoft.com/office/drawing/2014/main" id="{ABD34047-A535-E096-01B7-292758C9C5DF}"/>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7DBDCEE8-9C61-E5C8-5643-5496C2BBD568}"/>
              </a:ext>
            </a:extLst>
          </p:cNvPr>
          <p:cNvSpPr>
            <a:spLocks noGrp="1"/>
          </p:cNvSpPr>
          <p:nvPr>
            <p:ph type="sldNum" sz="quarter" idx="12"/>
          </p:nvPr>
        </p:nvSpPr>
        <p:spPr/>
        <p:txBody>
          <a:bodyPr/>
          <a:lstStyle/>
          <a:p>
            <a:fld id="{BA31EB0C-5590-401D-B2AF-7A2046961168}" type="slidenum">
              <a:rPr lang="en-IN" smtClean="0"/>
              <a:t>19</a:t>
            </a:fld>
            <a:endParaRPr lang="en-IN"/>
          </a:p>
        </p:txBody>
      </p:sp>
      <p:pic>
        <p:nvPicPr>
          <p:cNvPr id="1026" name="Picture 2" descr="AVL Tree Left Right Rotation Example">
            <a:extLst>
              <a:ext uri="{FF2B5EF4-FFF2-40B4-BE49-F238E27FC236}">
                <a16:creationId xmlns:a16="http://schemas.microsoft.com/office/drawing/2014/main" id="{9ABF814F-DE29-EC20-2686-71C2BFDE96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354" y="1530417"/>
            <a:ext cx="11894201" cy="3792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716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FAAD-23C6-EFB8-8AB1-5CEB65FE3C34}"/>
              </a:ext>
            </a:extLst>
          </p:cNvPr>
          <p:cNvSpPr>
            <a:spLocks noGrp="1"/>
          </p:cNvSpPr>
          <p:nvPr>
            <p:ph type="title"/>
          </p:nvPr>
        </p:nvSpPr>
        <p:spPr/>
        <p:txBody>
          <a:bodyPr/>
          <a:lstStyle/>
          <a:p>
            <a:r>
              <a:rPr lang="en-IN" b="1" i="0" dirty="0">
                <a:solidFill>
                  <a:srgbClr val="00B050"/>
                </a:solidFill>
                <a:effectLst/>
                <a:highlight>
                  <a:srgbClr val="FFFFFF"/>
                </a:highlight>
                <a:latin typeface="+mn-lt"/>
              </a:rPr>
              <a:t>4. RL Rotation</a:t>
            </a:r>
            <a:endParaRPr lang="en-IN" b="1" dirty="0">
              <a:solidFill>
                <a:srgbClr val="00B050"/>
              </a:solidFill>
              <a:latin typeface="+mn-lt"/>
            </a:endParaRPr>
          </a:p>
        </p:txBody>
      </p:sp>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p:txBody>
          <a:bodyPr>
            <a:normAutofit/>
          </a:bodyPr>
          <a:lstStyle/>
          <a:p>
            <a:pPr algn="just">
              <a:lnSpc>
                <a:spcPct val="150000"/>
              </a:lnSpc>
            </a:pPr>
            <a:r>
              <a:rPr lang="en-US" sz="3200" b="1" dirty="0">
                <a:solidFill>
                  <a:srgbClr val="00B050"/>
                </a:solidFill>
                <a:highlight>
                  <a:srgbClr val="FFFFFF"/>
                </a:highlight>
              </a:rPr>
              <a:t>R L rotation</a:t>
            </a:r>
            <a:r>
              <a:rPr lang="en-US" sz="3200" b="1" i="0" dirty="0">
                <a:solidFill>
                  <a:srgbClr val="00B050"/>
                </a:solidFill>
                <a:effectLst/>
                <a:highlight>
                  <a:srgbClr val="FFFFFF"/>
                </a:highlight>
              </a:rPr>
              <a:t> = RR rotation + LL rotation</a:t>
            </a:r>
            <a:r>
              <a:rPr lang="en-US" sz="3200" b="0" i="0" dirty="0">
                <a:solidFill>
                  <a:srgbClr val="333333"/>
                </a:solidFill>
                <a:effectLst/>
                <a:highlight>
                  <a:srgbClr val="FFFFFF"/>
                </a:highlight>
              </a:rPr>
              <a:t>, i.e., first LL rotation is performed on subtree and then RR rotation is performed on full tree, by full tree we mean the first node from the path of inserted node whose balance factor is other than -1, 0, or 1.</a:t>
            </a:r>
            <a:endParaRPr lang="en-IN" sz="3200" dirty="0"/>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7123148E-9E9A-1B2A-4A58-BA9FA6104995}"/>
              </a:ext>
            </a:extLst>
          </p:cNvPr>
          <p:cNvSpPr>
            <a:spLocks noGrp="1"/>
          </p:cNvSpPr>
          <p:nvPr>
            <p:ph type="dt" sz="half" idx="10"/>
          </p:nvPr>
        </p:nvSpPr>
        <p:spPr/>
        <p:txBody>
          <a:bodyPr/>
          <a:lstStyle/>
          <a:p>
            <a:fld id="{7187E6CC-1551-499E-B52E-3EC2E17D04A7}" type="datetime1">
              <a:rPr lang="en-IN" smtClean="0"/>
              <a:t>02-05-2024</a:t>
            </a:fld>
            <a:endParaRPr lang="en-IN"/>
          </a:p>
        </p:txBody>
      </p:sp>
      <p:sp>
        <p:nvSpPr>
          <p:cNvPr id="6" name="Footer Placeholder 5">
            <a:extLst>
              <a:ext uri="{FF2B5EF4-FFF2-40B4-BE49-F238E27FC236}">
                <a16:creationId xmlns:a16="http://schemas.microsoft.com/office/drawing/2014/main" id="{9EDC74CA-A0A4-8B7D-03BE-9C81BBA54736}"/>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EB8CAF6F-2144-BD28-2B37-82E78C29CFE2}"/>
              </a:ext>
            </a:extLst>
          </p:cNvPr>
          <p:cNvSpPr>
            <a:spLocks noGrp="1"/>
          </p:cNvSpPr>
          <p:nvPr>
            <p:ph type="sldNum" sz="quarter" idx="12"/>
          </p:nvPr>
        </p:nvSpPr>
        <p:spPr/>
        <p:txBody>
          <a:bodyPr/>
          <a:lstStyle/>
          <a:p>
            <a:fld id="{BA31EB0C-5590-401D-B2AF-7A2046961168}" type="slidenum">
              <a:rPr lang="en-IN" smtClean="0"/>
              <a:t>20</a:t>
            </a:fld>
            <a:endParaRPr lang="en-IN"/>
          </a:p>
        </p:txBody>
      </p:sp>
    </p:spTree>
    <p:extLst>
      <p:ext uri="{BB962C8B-B14F-4D97-AF65-F5344CB8AC3E}">
        <p14:creationId xmlns:p14="http://schemas.microsoft.com/office/powerpoint/2010/main" val="2870557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FAAD-23C6-EFB8-8AB1-5CEB65FE3C3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7F5367A8-74E5-172F-92FA-9E5443769EA0}"/>
              </a:ext>
            </a:extLst>
          </p:cNvPr>
          <p:cNvSpPr>
            <a:spLocks noGrp="1"/>
          </p:cNvSpPr>
          <p:nvPr>
            <p:ph type="dt" sz="half" idx="10"/>
          </p:nvPr>
        </p:nvSpPr>
        <p:spPr/>
        <p:txBody>
          <a:bodyPr/>
          <a:lstStyle/>
          <a:p>
            <a:fld id="{0112DA14-49C0-43A9-9D8E-0035F5FD366C}" type="datetime1">
              <a:rPr lang="en-IN" smtClean="0"/>
              <a:t>02-05-2024</a:t>
            </a:fld>
            <a:endParaRPr lang="en-IN"/>
          </a:p>
        </p:txBody>
      </p:sp>
      <p:sp>
        <p:nvSpPr>
          <p:cNvPr id="6" name="Footer Placeholder 5">
            <a:extLst>
              <a:ext uri="{FF2B5EF4-FFF2-40B4-BE49-F238E27FC236}">
                <a16:creationId xmlns:a16="http://schemas.microsoft.com/office/drawing/2014/main" id="{17667953-0CAF-1542-8739-ED54598D1135}"/>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130D6C5A-7A2B-6199-4D24-74F6C920576F}"/>
              </a:ext>
            </a:extLst>
          </p:cNvPr>
          <p:cNvSpPr>
            <a:spLocks noGrp="1"/>
          </p:cNvSpPr>
          <p:nvPr>
            <p:ph type="sldNum" sz="quarter" idx="12"/>
          </p:nvPr>
        </p:nvSpPr>
        <p:spPr/>
        <p:txBody>
          <a:bodyPr/>
          <a:lstStyle/>
          <a:p>
            <a:fld id="{BA31EB0C-5590-401D-B2AF-7A2046961168}" type="slidenum">
              <a:rPr lang="en-IN" smtClean="0"/>
              <a:t>21</a:t>
            </a:fld>
            <a:endParaRPr lang="en-IN"/>
          </a:p>
        </p:txBody>
      </p:sp>
      <p:pic>
        <p:nvPicPr>
          <p:cNvPr id="7170" name="Picture 2">
            <a:extLst>
              <a:ext uri="{FF2B5EF4-FFF2-40B4-BE49-F238E27FC236}">
                <a16:creationId xmlns:a16="http://schemas.microsoft.com/office/drawing/2014/main" id="{307DB2E7-E4BF-524F-23F4-8985BDA8A2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265" y="681037"/>
            <a:ext cx="11264097" cy="5495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5012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DEC73-7B92-40F0-628D-C92E7256D2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79F940E-80CA-B8DA-C584-86FF561D0808}"/>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C92D66E4-C35F-4521-52A2-16FFB587A052}"/>
              </a:ext>
            </a:extLst>
          </p:cNvPr>
          <p:cNvSpPr>
            <a:spLocks noGrp="1"/>
          </p:cNvSpPr>
          <p:nvPr>
            <p:ph type="dt" sz="half" idx="10"/>
          </p:nvPr>
        </p:nvSpPr>
        <p:spPr/>
        <p:txBody>
          <a:bodyPr/>
          <a:lstStyle/>
          <a:p>
            <a:fld id="{1919E999-360E-43C3-9589-426766179DFC}" type="datetime1">
              <a:rPr lang="en-IN" smtClean="0"/>
              <a:t>02-05-2024</a:t>
            </a:fld>
            <a:endParaRPr lang="en-IN"/>
          </a:p>
        </p:txBody>
      </p:sp>
      <p:sp>
        <p:nvSpPr>
          <p:cNvPr id="5" name="Footer Placeholder 4">
            <a:extLst>
              <a:ext uri="{FF2B5EF4-FFF2-40B4-BE49-F238E27FC236}">
                <a16:creationId xmlns:a16="http://schemas.microsoft.com/office/drawing/2014/main" id="{9A449188-0B55-C238-67F3-0047FC439FAB}"/>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8DDF50F8-F15D-09B6-156C-9D35C8FA96DC}"/>
              </a:ext>
            </a:extLst>
          </p:cNvPr>
          <p:cNvSpPr>
            <a:spLocks noGrp="1"/>
          </p:cNvSpPr>
          <p:nvPr>
            <p:ph type="sldNum" sz="quarter" idx="12"/>
          </p:nvPr>
        </p:nvSpPr>
        <p:spPr/>
        <p:txBody>
          <a:bodyPr/>
          <a:lstStyle/>
          <a:p>
            <a:fld id="{BA31EB0C-5590-401D-B2AF-7A2046961168}" type="slidenum">
              <a:rPr lang="en-IN" smtClean="0"/>
              <a:t>22</a:t>
            </a:fld>
            <a:endParaRPr lang="en-IN"/>
          </a:p>
        </p:txBody>
      </p:sp>
      <p:pic>
        <p:nvPicPr>
          <p:cNvPr id="2050" name="Picture 2" descr="AVL Tree Right Left Rotation Example">
            <a:extLst>
              <a:ext uri="{FF2B5EF4-FFF2-40B4-BE49-F238E27FC236}">
                <a16:creationId xmlns:a16="http://schemas.microsoft.com/office/drawing/2014/main" id="{76F51EBE-FC59-D9A3-9A39-9A6F1FA0CC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863" y="1690687"/>
            <a:ext cx="12012027" cy="3805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49791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BDCC0-FCA8-A52E-6501-38554273CE0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1490733-F2AF-B4ED-B71E-98657619F60C}"/>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620C5724-5F20-6BB0-F435-F1C683B3CDC0}"/>
              </a:ext>
            </a:extLst>
          </p:cNvPr>
          <p:cNvSpPr>
            <a:spLocks noGrp="1"/>
          </p:cNvSpPr>
          <p:nvPr>
            <p:ph type="dt" sz="half" idx="10"/>
          </p:nvPr>
        </p:nvSpPr>
        <p:spPr/>
        <p:txBody>
          <a:bodyPr/>
          <a:lstStyle/>
          <a:p>
            <a:fld id="{39F1B701-DF70-4FC8-A17D-0372424F54BA}" type="datetime1">
              <a:rPr lang="en-IN" smtClean="0"/>
              <a:t>02-05-2024</a:t>
            </a:fld>
            <a:endParaRPr lang="en-IN"/>
          </a:p>
        </p:txBody>
      </p:sp>
      <p:sp>
        <p:nvSpPr>
          <p:cNvPr id="5" name="Footer Placeholder 4">
            <a:extLst>
              <a:ext uri="{FF2B5EF4-FFF2-40B4-BE49-F238E27FC236}">
                <a16:creationId xmlns:a16="http://schemas.microsoft.com/office/drawing/2014/main" id="{770B93A8-C4AA-BB09-1DA8-E86CF105C8BB}"/>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FB140F62-9274-E7CE-205F-DB9791A6C5A8}"/>
              </a:ext>
            </a:extLst>
          </p:cNvPr>
          <p:cNvSpPr>
            <a:spLocks noGrp="1"/>
          </p:cNvSpPr>
          <p:nvPr>
            <p:ph type="sldNum" sz="quarter" idx="12"/>
          </p:nvPr>
        </p:nvSpPr>
        <p:spPr/>
        <p:txBody>
          <a:bodyPr/>
          <a:lstStyle/>
          <a:p>
            <a:fld id="{BA31EB0C-5590-401D-B2AF-7A2046961168}" type="slidenum">
              <a:rPr lang="en-IN" smtClean="0"/>
              <a:t>23</a:t>
            </a:fld>
            <a:endParaRPr lang="en-IN"/>
          </a:p>
        </p:txBody>
      </p:sp>
      <p:pic>
        <p:nvPicPr>
          <p:cNvPr id="7" name="Picture 6">
            <a:extLst>
              <a:ext uri="{FF2B5EF4-FFF2-40B4-BE49-F238E27FC236}">
                <a16:creationId xmlns:a16="http://schemas.microsoft.com/office/drawing/2014/main" id="{08B0333D-1C88-A8DA-5EAF-AC4A51FBFB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pic>
        <p:nvPicPr>
          <p:cNvPr id="10" name="Picture 9">
            <a:extLst>
              <a:ext uri="{FF2B5EF4-FFF2-40B4-BE49-F238E27FC236}">
                <a16:creationId xmlns:a16="http://schemas.microsoft.com/office/drawing/2014/main" id="{1FBEFD18-F47F-0489-F299-72D6E787309D}"/>
              </a:ext>
            </a:extLst>
          </p:cNvPr>
          <p:cNvPicPr>
            <a:picLocks noChangeAspect="1"/>
          </p:cNvPicPr>
          <p:nvPr/>
        </p:nvPicPr>
        <p:blipFill>
          <a:blip r:embed="rId3"/>
          <a:stretch>
            <a:fillRect/>
          </a:stretch>
        </p:blipFill>
        <p:spPr>
          <a:xfrm>
            <a:off x="838200" y="681037"/>
            <a:ext cx="8248048" cy="5811838"/>
          </a:xfrm>
          <a:prstGeom prst="rect">
            <a:avLst/>
          </a:prstGeom>
        </p:spPr>
      </p:pic>
    </p:spTree>
    <p:extLst>
      <p:ext uri="{BB962C8B-B14F-4D97-AF65-F5344CB8AC3E}">
        <p14:creationId xmlns:p14="http://schemas.microsoft.com/office/powerpoint/2010/main" val="360344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3DBF5D5-7B59-ED1B-DDE3-86A8AE3EC184}"/>
              </a:ext>
            </a:extLst>
          </p:cNvPr>
          <p:cNvPicPr>
            <a:picLocks noChangeAspect="1"/>
          </p:cNvPicPr>
          <p:nvPr/>
        </p:nvPicPr>
        <p:blipFill>
          <a:blip r:embed="rId2"/>
          <a:stretch>
            <a:fillRect/>
          </a:stretch>
        </p:blipFill>
        <p:spPr>
          <a:xfrm>
            <a:off x="838200" y="681037"/>
            <a:ext cx="9772726" cy="5960395"/>
          </a:xfrm>
          <a:prstGeom prst="rect">
            <a:avLst/>
          </a:prstGeom>
        </p:spPr>
      </p:pic>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5FE7993A-F9CB-C86A-B626-C79A701A1E06}"/>
              </a:ext>
            </a:extLst>
          </p:cNvPr>
          <p:cNvSpPr>
            <a:spLocks noGrp="1"/>
          </p:cNvSpPr>
          <p:nvPr>
            <p:ph type="dt" sz="half" idx="10"/>
          </p:nvPr>
        </p:nvSpPr>
        <p:spPr/>
        <p:txBody>
          <a:bodyPr/>
          <a:lstStyle/>
          <a:p>
            <a:fld id="{E62C3D3D-C84D-49ED-AF2C-7EF007B456BE}" type="datetime1">
              <a:rPr lang="en-IN" smtClean="0"/>
              <a:t>02-05-2024</a:t>
            </a:fld>
            <a:endParaRPr lang="en-IN"/>
          </a:p>
        </p:txBody>
      </p:sp>
      <p:sp>
        <p:nvSpPr>
          <p:cNvPr id="6" name="Footer Placeholder 5">
            <a:extLst>
              <a:ext uri="{FF2B5EF4-FFF2-40B4-BE49-F238E27FC236}">
                <a16:creationId xmlns:a16="http://schemas.microsoft.com/office/drawing/2014/main" id="{6BCDE52D-EEB3-3E2A-F220-54D166A792EE}"/>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FB106B72-4C04-1BE3-18E4-666C2E878680}"/>
              </a:ext>
            </a:extLst>
          </p:cNvPr>
          <p:cNvSpPr>
            <a:spLocks noGrp="1"/>
          </p:cNvSpPr>
          <p:nvPr>
            <p:ph type="sldNum" sz="quarter" idx="12"/>
          </p:nvPr>
        </p:nvSpPr>
        <p:spPr/>
        <p:txBody>
          <a:bodyPr/>
          <a:lstStyle/>
          <a:p>
            <a:fld id="{BA31EB0C-5590-401D-B2AF-7A2046961168}" type="slidenum">
              <a:rPr lang="en-IN" smtClean="0"/>
              <a:t>24</a:t>
            </a:fld>
            <a:endParaRPr lang="en-IN"/>
          </a:p>
        </p:txBody>
      </p:sp>
    </p:spTree>
    <p:extLst>
      <p:ext uri="{BB962C8B-B14F-4D97-AF65-F5344CB8AC3E}">
        <p14:creationId xmlns:p14="http://schemas.microsoft.com/office/powerpoint/2010/main" val="2003267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2E445F-413F-71A3-0517-4CBDDAE23C4D}"/>
              </a:ext>
            </a:extLst>
          </p:cNvPr>
          <p:cNvPicPr>
            <a:picLocks noChangeAspect="1"/>
          </p:cNvPicPr>
          <p:nvPr/>
        </p:nvPicPr>
        <p:blipFill rotWithShape="1">
          <a:blip r:embed="rId2"/>
          <a:srcRect l="461"/>
          <a:stretch/>
        </p:blipFill>
        <p:spPr>
          <a:xfrm>
            <a:off x="890913" y="681037"/>
            <a:ext cx="7719687" cy="5870589"/>
          </a:xfrm>
          <a:prstGeom prst="rect">
            <a:avLst/>
          </a:prstGeom>
        </p:spPr>
      </p:pic>
      <p:sp>
        <p:nvSpPr>
          <p:cNvPr id="4" name="Date Placeholder 3">
            <a:extLst>
              <a:ext uri="{FF2B5EF4-FFF2-40B4-BE49-F238E27FC236}">
                <a16:creationId xmlns:a16="http://schemas.microsoft.com/office/drawing/2014/main" id="{620C5724-5F20-6BB0-F435-F1C683B3CDC0}"/>
              </a:ext>
            </a:extLst>
          </p:cNvPr>
          <p:cNvSpPr>
            <a:spLocks noGrp="1"/>
          </p:cNvSpPr>
          <p:nvPr>
            <p:ph type="dt" sz="half" idx="10"/>
          </p:nvPr>
        </p:nvSpPr>
        <p:spPr/>
        <p:txBody>
          <a:bodyPr/>
          <a:lstStyle/>
          <a:p>
            <a:fld id="{47938D41-8E62-47E4-BFEC-C9645F315F9C}" type="datetime1">
              <a:rPr lang="en-IN" smtClean="0"/>
              <a:t>02-05-2024</a:t>
            </a:fld>
            <a:endParaRPr lang="en-IN"/>
          </a:p>
        </p:txBody>
      </p:sp>
      <p:sp>
        <p:nvSpPr>
          <p:cNvPr id="5" name="Footer Placeholder 4">
            <a:extLst>
              <a:ext uri="{FF2B5EF4-FFF2-40B4-BE49-F238E27FC236}">
                <a16:creationId xmlns:a16="http://schemas.microsoft.com/office/drawing/2014/main" id="{770B93A8-C4AA-BB09-1DA8-E86CF105C8BB}"/>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FB140F62-9274-E7CE-205F-DB9791A6C5A8}"/>
              </a:ext>
            </a:extLst>
          </p:cNvPr>
          <p:cNvSpPr>
            <a:spLocks noGrp="1"/>
          </p:cNvSpPr>
          <p:nvPr>
            <p:ph type="sldNum" sz="quarter" idx="12"/>
          </p:nvPr>
        </p:nvSpPr>
        <p:spPr/>
        <p:txBody>
          <a:bodyPr/>
          <a:lstStyle/>
          <a:p>
            <a:fld id="{BA31EB0C-5590-401D-B2AF-7A2046961168}" type="slidenum">
              <a:rPr lang="en-IN" smtClean="0"/>
              <a:t>25</a:t>
            </a:fld>
            <a:endParaRPr lang="en-IN"/>
          </a:p>
        </p:txBody>
      </p:sp>
      <p:pic>
        <p:nvPicPr>
          <p:cNvPr id="7" name="Picture 6">
            <a:extLst>
              <a:ext uri="{FF2B5EF4-FFF2-40B4-BE49-F238E27FC236}">
                <a16:creationId xmlns:a16="http://schemas.microsoft.com/office/drawing/2014/main" id="{08B0333D-1C88-A8DA-5EAF-AC4A51FBFB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Tree>
    <p:extLst>
      <p:ext uri="{BB962C8B-B14F-4D97-AF65-F5344CB8AC3E}">
        <p14:creationId xmlns:p14="http://schemas.microsoft.com/office/powerpoint/2010/main" val="26258571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FA37FE1-60FC-2A4C-3CB0-86E876509392}"/>
              </a:ext>
            </a:extLst>
          </p:cNvPr>
          <p:cNvPicPr>
            <a:picLocks noChangeAspect="1"/>
          </p:cNvPicPr>
          <p:nvPr/>
        </p:nvPicPr>
        <p:blipFill>
          <a:blip r:embed="rId2"/>
          <a:stretch>
            <a:fillRect/>
          </a:stretch>
        </p:blipFill>
        <p:spPr>
          <a:xfrm>
            <a:off x="1867653" y="365125"/>
            <a:ext cx="5197290" cy="6392865"/>
          </a:xfrm>
          <a:prstGeom prst="rect">
            <a:avLst/>
          </a:prstGeom>
        </p:spPr>
      </p:pic>
      <p:sp>
        <p:nvSpPr>
          <p:cNvPr id="4" name="Date Placeholder 3">
            <a:extLst>
              <a:ext uri="{FF2B5EF4-FFF2-40B4-BE49-F238E27FC236}">
                <a16:creationId xmlns:a16="http://schemas.microsoft.com/office/drawing/2014/main" id="{FBACFDA8-2C7E-6746-F6B1-098197B5B294}"/>
              </a:ext>
            </a:extLst>
          </p:cNvPr>
          <p:cNvSpPr>
            <a:spLocks noGrp="1"/>
          </p:cNvSpPr>
          <p:nvPr>
            <p:ph type="dt" sz="half" idx="10"/>
          </p:nvPr>
        </p:nvSpPr>
        <p:spPr/>
        <p:txBody>
          <a:bodyPr/>
          <a:lstStyle/>
          <a:p>
            <a:fld id="{2B41843B-FEE0-4BCE-99FC-CD6AA226E9BB}" type="datetime1">
              <a:rPr lang="en-IN" smtClean="0"/>
              <a:t>02-05-2024</a:t>
            </a:fld>
            <a:endParaRPr lang="en-IN"/>
          </a:p>
        </p:txBody>
      </p:sp>
      <p:sp>
        <p:nvSpPr>
          <p:cNvPr id="5" name="Footer Placeholder 4">
            <a:extLst>
              <a:ext uri="{FF2B5EF4-FFF2-40B4-BE49-F238E27FC236}">
                <a16:creationId xmlns:a16="http://schemas.microsoft.com/office/drawing/2014/main" id="{A9D4CC03-C4C4-761C-9303-1439C731BEB6}"/>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2DD74321-3315-7641-0FCC-D4CC1A5EB133}"/>
              </a:ext>
            </a:extLst>
          </p:cNvPr>
          <p:cNvSpPr>
            <a:spLocks noGrp="1"/>
          </p:cNvSpPr>
          <p:nvPr>
            <p:ph type="sldNum" sz="quarter" idx="12"/>
          </p:nvPr>
        </p:nvSpPr>
        <p:spPr/>
        <p:txBody>
          <a:bodyPr/>
          <a:lstStyle/>
          <a:p>
            <a:fld id="{BA31EB0C-5590-401D-B2AF-7A2046961168}" type="slidenum">
              <a:rPr lang="en-IN" smtClean="0"/>
              <a:t>26</a:t>
            </a:fld>
            <a:endParaRPr lang="en-IN"/>
          </a:p>
        </p:txBody>
      </p:sp>
      <p:pic>
        <p:nvPicPr>
          <p:cNvPr id="7" name="Picture 6">
            <a:extLst>
              <a:ext uri="{FF2B5EF4-FFF2-40B4-BE49-F238E27FC236}">
                <a16:creationId xmlns:a16="http://schemas.microsoft.com/office/drawing/2014/main" id="{E74F5390-F99E-2658-D6E9-4A52725540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Tree>
    <p:extLst>
      <p:ext uri="{BB962C8B-B14F-4D97-AF65-F5344CB8AC3E}">
        <p14:creationId xmlns:p14="http://schemas.microsoft.com/office/powerpoint/2010/main" val="7558410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FAAD-23C6-EFB8-8AB1-5CEB65FE3C34}"/>
              </a:ext>
            </a:extLst>
          </p:cNvPr>
          <p:cNvSpPr>
            <a:spLocks noGrp="1"/>
          </p:cNvSpPr>
          <p:nvPr>
            <p:ph type="title"/>
          </p:nvPr>
        </p:nvSpPr>
        <p:spPr>
          <a:xfrm>
            <a:off x="578319" y="1393156"/>
            <a:ext cx="11353800" cy="147204"/>
          </a:xfrm>
        </p:spPr>
        <p:txBody>
          <a:bodyPr>
            <a:normAutofit fontScale="90000"/>
          </a:bodyPr>
          <a:lstStyle/>
          <a:p>
            <a:r>
              <a:rPr lang="en-US" b="1" dirty="0">
                <a:solidFill>
                  <a:srgbClr val="00B050"/>
                </a:solidFill>
                <a:latin typeface="+mn-lt"/>
              </a:rPr>
              <a:t>Construct an AVL tree having the following elements</a:t>
            </a:r>
            <a:br>
              <a:rPr lang="en-US" b="1" dirty="0">
                <a:solidFill>
                  <a:srgbClr val="00B050"/>
                </a:solidFill>
                <a:latin typeface="+mn-lt"/>
              </a:rPr>
            </a:br>
            <a:endParaRPr lang="en-IN" b="1" dirty="0">
              <a:latin typeface="+mn-lt"/>
            </a:endParaRPr>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61278035-DD72-2D0F-8857-B26CE77CA4C9}"/>
              </a:ext>
            </a:extLst>
          </p:cNvPr>
          <p:cNvSpPr>
            <a:spLocks noGrp="1"/>
          </p:cNvSpPr>
          <p:nvPr>
            <p:ph type="dt" sz="half" idx="10"/>
          </p:nvPr>
        </p:nvSpPr>
        <p:spPr/>
        <p:txBody>
          <a:bodyPr/>
          <a:lstStyle/>
          <a:p>
            <a:fld id="{BD2DCC18-5580-4989-AA60-54FB71E96313}" type="datetime1">
              <a:rPr lang="en-IN" smtClean="0"/>
              <a:t>02-05-2024</a:t>
            </a:fld>
            <a:endParaRPr lang="en-IN"/>
          </a:p>
        </p:txBody>
      </p:sp>
      <p:sp>
        <p:nvSpPr>
          <p:cNvPr id="6" name="Footer Placeholder 5">
            <a:extLst>
              <a:ext uri="{FF2B5EF4-FFF2-40B4-BE49-F238E27FC236}">
                <a16:creationId xmlns:a16="http://schemas.microsoft.com/office/drawing/2014/main" id="{C240B594-9406-61E1-15EC-EFA3E2169BCB}"/>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CC2B4F30-CAEE-70BA-3F48-37E363988033}"/>
              </a:ext>
            </a:extLst>
          </p:cNvPr>
          <p:cNvSpPr>
            <a:spLocks noGrp="1"/>
          </p:cNvSpPr>
          <p:nvPr>
            <p:ph type="sldNum" sz="quarter" idx="12"/>
          </p:nvPr>
        </p:nvSpPr>
        <p:spPr/>
        <p:txBody>
          <a:bodyPr/>
          <a:lstStyle/>
          <a:p>
            <a:fld id="{BA31EB0C-5590-401D-B2AF-7A2046961168}" type="slidenum">
              <a:rPr lang="en-IN" smtClean="0"/>
              <a:t>27</a:t>
            </a:fld>
            <a:endParaRPr lang="en-IN"/>
          </a:p>
        </p:txBody>
      </p:sp>
      <p:graphicFrame>
        <p:nvGraphicFramePr>
          <p:cNvPr id="3" name="Table 2">
            <a:extLst>
              <a:ext uri="{FF2B5EF4-FFF2-40B4-BE49-F238E27FC236}">
                <a16:creationId xmlns:a16="http://schemas.microsoft.com/office/drawing/2014/main" id="{D4261198-2A25-86FF-2A26-A43B7F028F98}"/>
              </a:ext>
            </a:extLst>
          </p:cNvPr>
          <p:cNvGraphicFramePr>
            <a:graphicFrameLocks noGrp="1"/>
          </p:cNvGraphicFramePr>
          <p:nvPr/>
        </p:nvGraphicFramePr>
        <p:xfrm>
          <a:off x="997419" y="1719036"/>
          <a:ext cx="10515600" cy="711200"/>
        </p:xfrm>
        <a:graphic>
          <a:graphicData uri="http://schemas.openxmlformats.org/drawingml/2006/table">
            <a:tbl>
              <a:tblPr/>
              <a:tblGrid>
                <a:gridCol w="1168400">
                  <a:extLst>
                    <a:ext uri="{9D8B030D-6E8A-4147-A177-3AD203B41FA5}">
                      <a16:colId xmlns:a16="http://schemas.microsoft.com/office/drawing/2014/main" val="2887028377"/>
                    </a:ext>
                  </a:extLst>
                </a:gridCol>
                <a:gridCol w="1168400">
                  <a:extLst>
                    <a:ext uri="{9D8B030D-6E8A-4147-A177-3AD203B41FA5}">
                      <a16:colId xmlns:a16="http://schemas.microsoft.com/office/drawing/2014/main" val="1429197691"/>
                    </a:ext>
                  </a:extLst>
                </a:gridCol>
                <a:gridCol w="1168400">
                  <a:extLst>
                    <a:ext uri="{9D8B030D-6E8A-4147-A177-3AD203B41FA5}">
                      <a16:colId xmlns:a16="http://schemas.microsoft.com/office/drawing/2014/main" val="1352333606"/>
                    </a:ext>
                  </a:extLst>
                </a:gridCol>
                <a:gridCol w="1168400">
                  <a:extLst>
                    <a:ext uri="{9D8B030D-6E8A-4147-A177-3AD203B41FA5}">
                      <a16:colId xmlns:a16="http://schemas.microsoft.com/office/drawing/2014/main" val="1659318143"/>
                    </a:ext>
                  </a:extLst>
                </a:gridCol>
                <a:gridCol w="1168400">
                  <a:extLst>
                    <a:ext uri="{9D8B030D-6E8A-4147-A177-3AD203B41FA5}">
                      <a16:colId xmlns:a16="http://schemas.microsoft.com/office/drawing/2014/main" val="3703073645"/>
                    </a:ext>
                  </a:extLst>
                </a:gridCol>
                <a:gridCol w="1168400">
                  <a:extLst>
                    <a:ext uri="{9D8B030D-6E8A-4147-A177-3AD203B41FA5}">
                      <a16:colId xmlns:a16="http://schemas.microsoft.com/office/drawing/2014/main" val="3821776635"/>
                    </a:ext>
                  </a:extLst>
                </a:gridCol>
                <a:gridCol w="1168400">
                  <a:extLst>
                    <a:ext uri="{9D8B030D-6E8A-4147-A177-3AD203B41FA5}">
                      <a16:colId xmlns:a16="http://schemas.microsoft.com/office/drawing/2014/main" val="1945072407"/>
                    </a:ext>
                  </a:extLst>
                </a:gridCol>
                <a:gridCol w="1168400">
                  <a:extLst>
                    <a:ext uri="{9D8B030D-6E8A-4147-A177-3AD203B41FA5}">
                      <a16:colId xmlns:a16="http://schemas.microsoft.com/office/drawing/2014/main" val="774203884"/>
                    </a:ext>
                  </a:extLst>
                </a:gridCol>
                <a:gridCol w="1168400">
                  <a:extLst>
                    <a:ext uri="{9D8B030D-6E8A-4147-A177-3AD203B41FA5}">
                      <a16:colId xmlns:a16="http://schemas.microsoft.com/office/drawing/2014/main" val="3496078218"/>
                    </a:ext>
                  </a:extLst>
                </a:gridCol>
              </a:tblGrid>
              <a:tr h="0">
                <a:tc>
                  <a:txBody>
                    <a:bodyPr/>
                    <a:lstStyle/>
                    <a:p>
                      <a:pPr algn="ctr"/>
                      <a:r>
                        <a:rPr lang="en-IN" sz="4000" b="1" dirty="0">
                          <a:effectLst/>
                        </a:rPr>
                        <a:t>10</a:t>
                      </a:r>
                    </a:p>
                  </a:txBody>
                  <a:tcPr marL="50800" marR="50800" marT="50800" marB="50800" anchor="ctr">
                    <a:lnL w="12700" cap="flat" cmpd="sng" algn="ctr">
                      <a:solidFill>
                        <a:srgbClr val="90C52C"/>
                      </a:solidFill>
                      <a:prstDash val="solid"/>
                      <a:round/>
                      <a:headEnd type="none" w="med" len="med"/>
                      <a:tailEnd type="none" w="med" len="med"/>
                    </a:lnL>
                    <a:lnR w="12700" cap="flat" cmpd="sng" algn="ctr">
                      <a:solidFill>
                        <a:srgbClr val="10D92C"/>
                      </a:solidFill>
                      <a:prstDash val="solid"/>
                      <a:round/>
                      <a:headEnd type="none" w="med" len="med"/>
                      <a:tailEnd type="none" w="med" len="med"/>
                    </a:lnR>
                    <a:lnT w="12700" cap="flat" cmpd="sng" algn="ctr">
                      <a:solidFill>
                        <a:srgbClr val="90C52C"/>
                      </a:solidFill>
                      <a:prstDash val="solid"/>
                      <a:round/>
                      <a:headEnd type="none" w="med" len="med"/>
                      <a:tailEnd type="none" w="med" len="med"/>
                    </a:lnT>
                    <a:lnB w="6350" cap="flat" cmpd="sng" algn="ctr">
                      <a:solidFill>
                        <a:srgbClr val="90C52C"/>
                      </a:solidFill>
                      <a:prstDash val="solid"/>
                      <a:round/>
                      <a:headEnd type="none" w="med" len="med"/>
                      <a:tailEnd type="none" w="med" len="med"/>
                    </a:lnB>
                    <a:solidFill>
                      <a:srgbClr val="FFFF00"/>
                    </a:solidFill>
                  </a:tcPr>
                </a:tc>
                <a:tc>
                  <a:txBody>
                    <a:bodyPr/>
                    <a:lstStyle/>
                    <a:p>
                      <a:pPr algn="ctr"/>
                      <a:r>
                        <a:rPr lang="en-IN" sz="4000" b="1">
                          <a:effectLst/>
                        </a:rPr>
                        <a:t>15</a:t>
                      </a:r>
                    </a:p>
                  </a:txBody>
                  <a:tcPr marL="50800" marR="50800" marT="50800" marB="50800" anchor="ctr">
                    <a:lnL w="12700" cap="flat" cmpd="sng" algn="ctr">
                      <a:solidFill>
                        <a:srgbClr val="10D92C"/>
                      </a:solidFill>
                      <a:prstDash val="solid"/>
                      <a:round/>
                      <a:headEnd type="none" w="med" len="med"/>
                      <a:tailEnd type="none" w="med" len="med"/>
                    </a:lnL>
                    <a:lnR w="12700" cap="flat" cmpd="sng" algn="ctr">
                      <a:solidFill>
                        <a:srgbClr val="F0D12C"/>
                      </a:solidFill>
                      <a:prstDash val="solid"/>
                      <a:round/>
                      <a:headEnd type="none" w="med" len="med"/>
                      <a:tailEnd type="none" w="med" len="med"/>
                    </a:lnR>
                    <a:lnT w="12700" cap="flat" cmpd="sng" algn="ctr">
                      <a:solidFill>
                        <a:srgbClr val="10D92C"/>
                      </a:solidFill>
                      <a:prstDash val="solid"/>
                      <a:round/>
                      <a:headEnd type="none" w="med" len="med"/>
                      <a:tailEnd type="none" w="med" len="med"/>
                    </a:lnT>
                    <a:lnB w="6350" cap="flat" cmpd="sng" algn="ctr">
                      <a:solidFill>
                        <a:srgbClr val="10D92C"/>
                      </a:solidFill>
                      <a:prstDash val="solid"/>
                      <a:round/>
                      <a:headEnd type="none" w="med" len="med"/>
                      <a:tailEnd type="none" w="med" len="med"/>
                    </a:lnB>
                    <a:solidFill>
                      <a:srgbClr val="FFFFFF"/>
                    </a:solidFill>
                  </a:tcPr>
                </a:tc>
                <a:tc>
                  <a:txBody>
                    <a:bodyPr/>
                    <a:lstStyle/>
                    <a:p>
                      <a:pPr algn="ctr"/>
                      <a:r>
                        <a:rPr lang="en-IN" sz="4000" b="1" dirty="0">
                          <a:effectLst/>
                        </a:rPr>
                        <a:t>20</a:t>
                      </a:r>
                    </a:p>
                  </a:txBody>
                  <a:tcPr marL="50800" marR="50800" marT="50800" marB="50800" anchor="ctr">
                    <a:lnL w="12700" cap="flat" cmpd="sng" algn="ctr">
                      <a:solidFill>
                        <a:srgbClr val="F0D12C"/>
                      </a:solidFill>
                      <a:prstDash val="solid"/>
                      <a:round/>
                      <a:headEnd type="none" w="med" len="med"/>
                      <a:tailEnd type="none" w="med" len="med"/>
                    </a:lnL>
                    <a:lnR w="12700" cap="flat" cmpd="sng" algn="ctr">
                      <a:solidFill>
                        <a:srgbClr val="D0D62C"/>
                      </a:solidFill>
                      <a:prstDash val="solid"/>
                      <a:round/>
                      <a:headEnd type="none" w="med" len="med"/>
                      <a:tailEnd type="none" w="med" len="med"/>
                    </a:lnR>
                    <a:lnT w="12700" cap="flat" cmpd="sng" algn="ctr">
                      <a:solidFill>
                        <a:srgbClr val="F0D12C"/>
                      </a:solidFill>
                      <a:prstDash val="solid"/>
                      <a:round/>
                      <a:headEnd type="none" w="med" len="med"/>
                      <a:tailEnd type="none" w="med" len="med"/>
                    </a:lnT>
                    <a:lnB w="6350" cap="flat" cmpd="sng" algn="ctr">
                      <a:solidFill>
                        <a:srgbClr val="F0D12C"/>
                      </a:solidFill>
                      <a:prstDash val="solid"/>
                      <a:round/>
                      <a:headEnd type="none" w="med" len="med"/>
                      <a:tailEnd type="none" w="med" len="med"/>
                    </a:lnB>
                    <a:solidFill>
                      <a:srgbClr val="FFFFFF"/>
                    </a:solidFill>
                  </a:tcPr>
                </a:tc>
                <a:tc>
                  <a:txBody>
                    <a:bodyPr/>
                    <a:lstStyle/>
                    <a:p>
                      <a:pPr algn="ctr"/>
                      <a:r>
                        <a:rPr lang="en-IN" sz="4000" b="1" dirty="0">
                          <a:effectLst/>
                        </a:rPr>
                        <a:t>9</a:t>
                      </a:r>
                    </a:p>
                  </a:txBody>
                  <a:tcPr marL="50800" marR="50800" marT="50800" marB="50800" anchor="ctr">
                    <a:lnL w="12700" cap="flat" cmpd="sng" algn="ctr">
                      <a:solidFill>
                        <a:srgbClr val="D0D62C"/>
                      </a:solidFill>
                      <a:prstDash val="solid"/>
                      <a:round/>
                      <a:headEnd type="none" w="med" len="med"/>
                      <a:tailEnd type="none" w="med" len="med"/>
                    </a:lnL>
                    <a:lnR w="12700" cap="flat" cmpd="sng" algn="ctr">
                      <a:solidFill>
                        <a:srgbClr val="90D72C"/>
                      </a:solidFill>
                      <a:prstDash val="solid"/>
                      <a:round/>
                      <a:headEnd type="none" w="med" len="med"/>
                      <a:tailEnd type="none" w="med" len="med"/>
                    </a:lnR>
                    <a:lnT w="12700" cap="flat" cmpd="sng" algn="ctr">
                      <a:solidFill>
                        <a:srgbClr val="D0D62C"/>
                      </a:solidFill>
                      <a:prstDash val="solid"/>
                      <a:round/>
                      <a:headEnd type="none" w="med" len="med"/>
                      <a:tailEnd type="none" w="med" len="med"/>
                    </a:lnT>
                    <a:lnB w="6350" cap="flat" cmpd="sng" algn="ctr">
                      <a:solidFill>
                        <a:srgbClr val="D0D62C"/>
                      </a:solidFill>
                      <a:prstDash val="solid"/>
                      <a:round/>
                      <a:headEnd type="none" w="med" len="med"/>
                      <a:tailEnd type="none" w="med" len="med"/>
                    </a:lnB>
                    <a:solidFill>
                      <a:srgbClr val="FFFFFF"/>
                    </a:solidFill>
                  </a:tcPr>
                </a:tc>
                <a:tc>
                  <a:txBody>
                    <a:bodyPr/>
                    <a:lstStyle/>
                    <a:p>
                      <a:pPr algn="ctr"/>
                      <a:r>
                        <a:rPr lang="en-IN" sz="4000" b="1" dirty="0">
                          <a:effectLst/>
                        </a:rPr>
                        <a:t>5</a:t>
                      </a:r>
                    </a:p>
                  </a:txBody>
                  <a:tcPr marL="50800" marR="50800" marT="50800" marB="50800" anchor="ctr">
                    <a:lnL w="12700" cap="flat" cmpd="sng" algn="ctr">
                      <a:solidFill>
                        <a:srgbClr val="90D72C"/>
                      </a:solidFill>
                      <a:prstDash val="solid"/>
                      <a:round/>
                      <a:headEnd type="none" w="med" len="med"/>
                      <a:tailEnd type="none" w="med" len="med"/>
                    </a:lnL>
                    <a:lnR w="12700" cap="flat" cmpd="sng" algn="ctr">
                      <a:solidFill>
                        <a:srgbClr val="00D12C"/>
                      </a:solidFill>
                      <a:prstDash val="solid"/>
                      <a:round/>
                      <a:headEnd type="none" w="med" len="med"/>
                      <a:tailEnd type="none" w="med" len="med"/>
                    </a:lnR>
                    <a:lnT w="12700" cap="flat" cmpd="sng" algn="ctr">
                      <a:solidFill>
                        <a:srgbClr val="90D72C"/>
                      </a:solidFill>
                      <a:prstDash val="solid"/>
                      <a:round/>
                      <a:headEnd type="none" w="med" len="med"/>
                      <a:tailEnd type="none" w="med" len="med"/>
                    </a:lnT>
                    <a:lnB w="6350" cap="flat" cmpd="sng" algn="ctr">
                      <a:solidFill>
                        <a:srgbClr val="90D72C"/>
                      </a:solidFill>
                      <a:prstDash val="solid"/>
                      <a:round/>
                      <a:headEnd type="none" w="med" len="med"/>
                      <a:tailEnd type="none" w="med" len="med"/>
                    </a:lnB>
                    <a:solidFill>
                      <a:srgbClr val="FFFFFF"/>
                    </a:solidFill>
                  </a:tcPr>
                </a:tc>
                <a:tc>
                  <a:txBody>
                    <a:bodyPr/>
                    <a:lstStyle/>
                    <a:p>
                      <a:pPr algn="ctr"/>
                      <a:r>
                        <a:rPr lang="en-IN" sz="4000" b="1">
                          <a:effectLst/>
                        </a:rPr>
                        <a:t>16</a:t>
                      </a:r>
                    </a:p>
                  </a:txBody>
                  <a:tcPr marL="50800" marR="50800" marT="50800" marB="50800" anchor="ctr">
                    <a:lnL w="12700" cap="flat" cmpd="sng" algn="ctr">
                      <a:solidFill>
                        <a:srgbClr val="00D12C"/>
                      </a:solidFill>
                      <a:prstDash val="solid"/>
                      <a:round/>
                      <a:headEnd type="none" w="med" len="med"/>
                      <a:tailEnd type="none" w="med" len="med"/>
                    </a:lnL>
                    <a:lnR w="12700" cap="flat" cmpd="sng" algn="ctr">
                      <a:solidFill>
                        <a:srgbClr val="B0D52C"/>
                      </a:solidFill>
                      <a:prstDash val="solid"/>
                      <a:round/>
                      <a:headEnd type="none" w="med" len="med"/>
                      <a:tailEnd type="none" w="med" len="med"/>
                    </a:lnR>
                    <a:lnT w="12700" cap="flat" cmpd="sng" algn="ctr">
                      <a:solidFill>
                        <a:srgbClr val="00D12C"/>
                      </a:solidFill>
                      <a:prstDash val="solid"/>
                      <a:round/>
                      <a:headEnd type="none" w="med" len="med"/>
                      <a:tailEnd type="none" w="med" len="med"/>
                    </a:lnT>
                    <a:lnB w="6350" cap="flat" cmpd="sng" algn="ctr">
                      <a:solidFill>
                        <a:srgbClr val="00D12C"/>
                      </a:solidFill>
                      <a:prstDash val="solid"/>
                      <a:round/>
                      <a:headEnd type="none" w="med" len="med"/>
                      <a:tailEnd type="none" w="med" len="med"/>
                    </a:lnB>
                    <a:solidFill>
                      <a:srgbClr val="FFFFFF"/>
                    </a:solidFill>
                  </a:tcPr>
                </a:tc>
                <a:tc>
                  <a:txBody>
                    <a:bodyPr/>
                    <a:lstStyle/>
                    <a:p>
                      <a:pPr algn="ctr"/>
                      <a:r>
                        <a:rPr lang="en-IN" sz="4000" b="1" dirty="0">
                          <a:effectLst/>
                        </a:rPr>
                        <a:t>17</a:t>
                      </a:r>
                    </a:p>
                  </a:txBody>
                  <a:tcPr marL="50800" marR="50800" marT="50800" marB="50800" anchor="ctr">
                    <a:lnL w="12700" cap="flat" cmpd="sng" algn="ctr">
                      <a:solidFill>
                        <a:srgbClr val="B0D52C"/>
                      </a:solidFill>
                      <a:prstDash val="solid"/>
                      <a:round/>
                      <a:headEnd type="none" w="med" len="med"/>
                      <a:tailEnd type="none" w="med" len="med"/>
                    </a:lnL>
                    <a:lnR w="12700" cap="flat" cmpd="sng" algn="ctr">
                      <a:solidFill>
                        <a:srgbClr val="20E42C"/>
                      </a:solidFill>
                      <a:prstDash val="solid"/>
                      <a:round/>
                      <a:headEnd type="none" w="med" len="med"/>
                      <a:tailEnd type="none" w="med" len="med"/>
                    </a:lnR>
                    <a:lnT w="12700" cap="flat" cmpd="sng" algn="ctr">
                      <a:solidFill>
                        <a:srgbClr val="B0D52C"/>
                      </a:solidFill>
                      <a:prstDash val="solid"/>
                      <a:round/>
                      <a:headEnd type="none" w="med" len="med"/>
                      <a:tailEnd type="none" w="med" len="med"/>
                    </a:lnT>
                    <a:lnB w="6350" cap="flat" cmpd="sng" algn="ctr">
                      <a:solidFill>
                        <a:srgbClr val="B0D52C"/>
                      </a:solidFill>
                      <a:prstDash val="solid"/>
                      <a:round/>
                      <a:headEnd type="none" w="med" len="med"/>
                      <a:tailEnd type="none" w="med" len="med"/>
                    </a:lnB>
                    <a:solidFill>
                      <a:srgbClr val="FFFFFF"/>
                    </a:solidFill>
                  </a:tcPr>
                </a:tc>
                <a:tc>
                  <a:txBody>
                    <a:bodyPr/>
                    <a:lstStyle/>
                    <a:p>
                      <a:pPr algn="ctr"/>
                      <a:r>
                        <a:rPr lang="en-IN" sz="4000" b="1" dirty="0">
                          <a:effectLst/>
                        </a:rPr>
                        <a:t>8</a:t>
                      </a:r>
                    </a:p>
                  </a:txBody>
                  <a:tcPr marL="50800" marR="50800" marT="50800" marB="50800" anchor="ctr">
                    <a:lnL w="12700" cap="flat" cmpd="sng" algn="ctr">
                      <a:solidFill>
                        <a:srgbClr val="20E42C"/>
                      </a:solidFill>
                      <a:prstDash val="solid"/>
                      <a:round/>
                      <a:headEnd type="none" w="med" len="med"/>
                      <a:tailEnd type="none" w="med" len="med"/>
                    </a:lnL>
                    <a:lnR w="12700" cap="flat" cmpd="sng" algn="ctr">
                      <a:solidFill>
                        <a:srgbClr val="F0DD2C"/>
                      </a:solidFill>
                      <a:prstDash val="solid"/>
                      <a:round/>
                      <a:headEnd type="none" w="med" len="med"/>
                      <a:tailEnd type="none" w="med" len="med"/>
                    </a:lnR>
                    <a:lnT w="12700" cap="flat" cmpd="sng" algn="ctr">
                      <a:solidFill>
                        <a:srgbClr val="20E42C"/>
                      </a:solidFill>
                      <a:prstDash val="solid"/>
                      <a:round/>
                      <a:headEnd type="none" w="med" len="med"/>
                      <a:tailEnd type="none" w="med" len="med"/>
                    </a:lnT>
                    <a:lnB w="6350" cap="flat" cmpd="sng" algn="ctr">
                      <a:solidFill>
                        <a:srgbClr val="20E42C"/>
                      </a:solidFill>
                      <a:prstDash val="solid"/>
                      <a:round/>
                      <a:headEnd type="none" w="med" len="med"/>
                      <a:tailEnd type="none" w="med" len="med"/>
                    </a:lnB>
                    <a:solidFill>
                      <a:srgbClr val="FFFFFF"/>
                    </a:solidFill>
                  </a:tcPr>
                </a:tc>
                <a:tc>
                  <a:txBody>
                    <a:bodyPr/>
                    <a:lstStyle/>
                    <a:p>
                      <a:pPr algn="ctr"/>
                      <a:r>
                        <a:rPr lang="en-IN" sz="4000" b="1" dirty="0">
                          <a:effectLst/>
                        </a:rPr>
                        <a:t>6</a:t>
                      </a:r>
                    </a:p>
                  </a:txBody>
                  <a:tcPr marL="50800" marR="50800" marT="50800" marB="50800" anchor="ctr">
                    <a:lnL w="12700" cap="flat" cmpd="sng" algn="ctr">
                      <a:solidFill>
                        <a:srgbClr val="F0DD2C"/>
                      </a:solidFill>
                      <a:prstDash val="solid"/>
                      <a:round/>
                      <a:headEnd type="none" w="med" len="med"/>
                      <a:tailEnd type="none" w="med" len="med"/>
                    </a:lnL>
                    <a:lnR w="6350" cap="flat" cmpd="sng" algn="ctr">
                      <a:solidFill>
                        <a:srgbClr val="F0DD2C"/>
                      </a:solidFill>
                      <a:prstDash val="solid"/>
                      <a:round/>
                      <a:headEnd type="none" w="med" len="med"/>
                      <a:tailEnd type="none" w="med" len="med"/>
                    </a:lnR>
                    <a:lnT w="12700" cap="flat" cmpd="sng" algn="ctr">
                      <a:solidFill>
                        <a:srgbClr val="F0DD2C"/>
                      </a:solidFill>
                      <a:prstDash val="solid"/>
                      <a:round/>
                      <a:headEnd type="none" w="med" len="med"/>
                      <a:tailEnd type="none" w="med" len="med"/>
                    </a:lnT>
                    <a:lnB w="6350" cap="flat" cmpd="sng" algn="ctr">
                      <a:solidFill>
                        <a:srgbClr val="F0DD2C"/>
                      </a:solidFill>
                      <a:prstDash val="solid"/>
                      <a:round/>
                      <a:headEnd type="none" w="med" len="med"/>
                      <a:tailEnd type="none" w="med" len="med"/>
                    </a:lnB>
                    <a:solidFill>
                      <a:srgbClr val="FFFFFF"/>
                    </a:solidFill>
                  </a:tcPr>
                </a:tc>
                <a:extLst>
                  <a:ext uri="{0D108BD9-81ED-4DB2-BD59-A6C34878D82A}">
                    <a16:rowId xmlns:a16="http://schemas.microsoft.com/office/drawing/2014/main" val="2293886370"/>
                  </a:ext>
                </a:extLst>
              </a:tr>
            </a:tbl>
          </a:graphicData>
        </a:graphic>
      </p:graphicFrame>
      <p:pic>
        <p:nvPicPr>
          <p:cNvPr id="1026" name="Picture 2" descr="Inserting a New Node in AVL Tree">
            <a:extLst>
              <a:ext uri="{FF2B5EF4-FFF2-40B4-BE49-F238E27FC236}">
                <a16:creationId xmlns:a16="http://schemas.microsoft.com/office/drawing/2014/main" id="{1873A5FC-3597-1C05-640B-3D32E420CD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8781" y="3088367"/>
            <a:ext cx="1591526" cy="1388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55476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82E5AB10-91B4-D838-173B-A36CEE75FBDB}"/>
              </a:ext>
            </a:extLst>
          </p:cNvPr>
          <p:cNvSpPr>
            <a:spLocks noGrp="1"/>
          </p:cNvSpPr>
          <p:nvPr>
            <p:ph type="dt" sz="half" idx="10"/>
          </p:nvPr>
        </p:nvSpPr>
        <p:spPr/>
        <p:txBody>
          <a:bodyPr/>
          <a:lstStyle/>
          <a:p>
            <a:fld id="{18BE7793-0932-460C-9C0F-1600DCDCED53}" type="datetime1">
              <a:rPr lang="en-IN" smtClean="0"/>
              <a:t>02-05-2024</a:t>
            </a:fld>
            <a:endParaRPr lang="en-IN"/>
          </a:p>
        </p:txBody>
      </p:sp>
      <p:sp>
        <p:nvSpPr>
          <p:cNvPr id="6" name="Footer Placeholder 5">
            <a:extLst>
              <a:ext uri="{FF2B5EF4-FFF2-40B4-BE49-F238E27FC236}">
                <a16:creationId xmlns:a16="http://schemas.microsoft.com/office/drawing/2014/main" id="{1E1B6149-2F92-D8AE-AA00-6671BAB791E2}"/>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70C689F2-82D4-EF08-2D13-5B5B7419B631}"/>
              </a:ext>
            </a:extLst>
          </p:cNvPr>
          <p:cNvSpPr>
            <a:spLocks noGrp="1"/>
          </p:cNvSpPr>
          <p:nvPr>
            <p:ph type="sldNum" sz="quarter" idx="12"/>
          </p:nvPr>
        </p:nvSpPr>
        <p:spPr/>
        <p:txBody>
          <a:bodyPr/>
          <a:lstStyle/>
          <a:p>
            <a:fld id="{BA31EB0C-5590-401D-B2AF-7A2046961168}" type="slidenum">
              <a:rPr lang="en-IN" smtClean="0"/>
              <a:t>28</a:t>
            </a:fld>
            <a:endParaRPr lang="en-IN"/>
          </a:p>
        </p:txBody>
      </p:sp>
      <p:pic>
        <p:nvPicPr>
          <p:cNvPr id="2050" name="Picture 2" descr="Inserting a New Node 15 in AVL Tree">
            <a:extLst>
              <a:ext uri="{FF2B5EF4-FFF2-40B4-BE49-F238E27FC236}">
                <a16:creationId xmlns:a16="http://schemas.microsoft.com/office/drawing/2014/main" id="{5CAEA203-51FF-CA08-F746-7594C29834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7812" y="2876400"/>
            <a:ext cx="1476375" cy="1990725"/>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7BBA81CF-AC74-66D0-AEDB-CC660C3E5B44}"/>
              </a:ext>
            </a:extLst>
          </p:cNvPr>
          <p:cNvSpPr>
            <a:spLocks noGrp="1"/>
          </p:cNvSpPr>
          <p:nvPr>
            <p:ph type="title"/>
          </p:nvPr>
        </p:nvSpPr>
        <p:spPr>
          <a:xfrm>
            <a:off x="578319" y="1393156"/>
            <a:ext cx="11353800" cy="147204"/>
          </a:xfrm>
        </p:spPr>
        <p:txBody>
          <a:bodyPr>
            <a:normAutofit fontScale="90000"/>
          </a:bodyPr>
          <a:lstStyle/>
          <a:p>
            <a:r>
              <a:rPr lang="en-US" b="1" dirty="0">
                <a:solidFill>
                  <a:srgbClr val="00B050"/>
                </a:solidFill>
                <a:latin typeface="+mn-lt"/>
              </a:rPr>
              <a:t>Construct an AVL tree having the following elements</a:t>
            </a:r>
            <a:br>
              <a:rPr lang="en-US" b="1" dirty="0">
                <a:solidFill>
                  <a:srgbClr val="00B050"/>
                </a:solidFill>
                <a:latin typeface="+mn-lt"/>
              </a:rPr>
            </a:br>
            <a:endParaRPr lang="en-IN" b="1" dirty="0">
              <a:latin typeface="+mn-lt"/>
            </a:endParaRPr>
          </a:p>
        </p:txBody>
      </p:sp>
      <p:graphicFrame>
        <p:nvGraphicFramePr>
          <p:cNvPr id="9" name="Table 8">
            <a:extLst>
              <a:ext uri="{FF2B5EF4-FFF2-40B4-BE49-F238E27FC236}">
                <a16:creationId xmlns:a16="http://schemas.microsoft.com/office/drawing/2014/main" id="{51567E12-7D0F-BB38-3AC4-8C442222870F}"/>
              </a:ext>
            </a:extLst>
          </p:cNvPr>
          <p:cNvGraphicFramePr>
            <a:graphicFrameLocks noGrp="1"/>
          </p:cNvGraphicFramePr>
          <p:nvPr/>
        </p:nvGraphicFramePr>
        <p:xfrm>
          <a:off x="997419" y="1719036"/>
          <a:ext cx="10515600" cy="711200"/>
        </p:xfrm>
        <a:graphic>
          <a:graphicData uri="http://schemas.openxmlformats.org/drawingml/2006/table">
            <a:tbl>
              <a:tblPr/>
              <a:tblGrid>
                <a:gridCol w="1168400">
                  <a:extLst>
                    <a:ext uri="{9D8B030D-6E8A-4147-A177-3AD203B41FA5}">
                      <a16:colId xmlns:a16="http://schemas.microsoft.com/office/drawing/2014/main" val="2887028377"/>
                    </a:ext>
                  </a:extLst>
                </a:gridCol>
                <a:gridCol w="1168400">
                  <a:extLst>
                    <a:ext uri="{9D8B030D-6E8A-4147-A177-3AD203B41FA5}">
                      <a16:colId xmlns:a16="http://schemas.microsoft.com/office/drawing/2014/main" val="1429197691"/>
                    </a:ext>
                  </a:extLst>
                </a:gridCol>
                <a:gridCol w="1168400">
                  <a:extLst>
                    <a:ext uri="{9D8B030D-6E8A-4147-A177-3AD203B41FA5}">
                      <a16:colId xmlns:a16="http://schemas.microsoft.com/office/drawing/2014/main" val="1352333606"/>
                    </a:ext>
                  </a:extLst>
                </a:gridCol>
                <a:gridCol w="1168400">
                  <a:extLst>
                    <a:ext uri="{9D8B030D-6E8A-4147-A177-3AD203B41FA5}">
                      <a16:colId xmlns:a16="http://schemas.microsoft.com/office/drawing/2014/main" val="1659318143"/>
                    </a:ext>
                  </a:extLst>
                </a:gridCol>
                <a:gridCol w="1168400">
                  <a:extLst>
                    <a:ext uri="{9D8B030D-6E8A-4147-A177-3AD203B41FA5}">
                      <a16:colId xmlns:a16="http://schemas.microsoft.com/office/drawing/2014/main" val="3703073645"/>
                    </a:ext>
                  </a:extLst>
                </a:gridCol>
                <a:gridCol w="1168400">
                  <a:extLst>
                    <a:ext uri="{9D8B030D-6E8A-4147-A177-3AD203B41FA5}">
                      <a16:colId xmlns:a16="http://schemas.microsoft.com/office/drawing/2014/main" val="3821776635"/>
                    </a:ext>
                  </a:extLst>
                </a:gridCol>
                <a:gridCol w="1168400">
                  <a:extLst>
                    <a:ext uri="{9D8B030D-6E8A-4147-A177-3AD203B41FA5}">
                      <a16:colId xmlns:a16="http://schemas.microsoft.com/office/drawing/2014/main" val="1945072407"/>
                    </a:ext>
                  </a:extLst>
                </a:gridCol>
                <a:gridCol w="1168400">
                  <a:extLst>
                    <a:ext uri="{9D8B030D-6E8A-4147-A177-3AD203B41FA5}">
                      <a16:colId xmlns:a16="http://schemas.microsoft.com/office/drawing/2014/main" val="774203884"/>
                    </a:ext>
                  </a:extLst>
                </a:gridCol>
                <a:gridCol w="1168400">
                  <a:extLst>
                    <a:ext uri="{9D8B030D-6E8A-4147-A177-3AD203B41FA5}">
                      <a16:colId xmlns:a16="http://schemas.microsoft.com/office/drawing/2014/main" val="3496078218"/>
                    </a:ext>
                  </a:extLst>
                </a:gridCol>
              </a:tblGrid>
              <a:tr h="0">
                <a:tc>
                  <a:txBody>
                    <a:bodyPr/>
                    <a:lstStyle/>
                    <a:p>
                      <a:pPr algn="ctr"/>
                      <a:r>
                        <a:rPr lang="en-IN" sz="4000" b="1" dirty="0">
                          <a:effectLst/>
                        </a:rPr>
                        <a:t>10</a:t>
                      </a:r>
                    </a:p>
                  </a:txBody>
                  <a:tcPr marL="50800" marR="50800" marT="50800" marB="50800" anchor="ctr">
                    <a:lnL w="12700" cap="flat" cmpd="sng" algn="ctr">
                      <a:solidFill>
                        <a:srgbClr val="90C52C"/>
                      </a:solidFill>
                      <a:prstDash val="solid"/>
                      <a:round/>
                      <a:headEnd type="none" w="med" len="med"/>
                      <a:tailEnd type="none" w="med" len="med"/>
                    </a:lnL>
                    <a:lnR w="12700" cap="flat" cmpd="sng" algn="ctr">
                      <a:solidFill>
                        <a:srgbClr val="10D92C"/>
                      </a:solidFill>
                      <a:prstDash val="solid"/>
                      <a:round/>
                      <a:headEnd type="none" w="med" len="med"/>
                      <a:tailEnd type="none" w="med" len="med"/>
                    </a:lnR>
                    <a:lnT w="12700" cap="flat" cmpd="sng" algn="ctr">
                      <a:solidFill>
                        <a:srgbClr val="90C52C"/>
                      </a:solidFill>
                      <a:prstDash val="solid"/>
                      <a:round/>
                      <a:headEnd type="none" w="med" len="med"/>
                      <a:tailEnd type="none" w="med" len="med"/>
                    </a:lnT>
                    <a:lnB w="6350" cap="flat" cmpd="sng" algn="ctr">
                      <a:solidFill>
                        <a:srgbClr val="90C52C"/>
                      </a:solidFill>
                      <a:prstDash val="solid"/>
                      <a:round/>
                      <a:headEnd type="none" w="med" len="med"/>
                      <a:tailEnd type="none" w="med" len="med"/>
                    </a:lnB>
                    <a:solidFill>
                      <a:srgbClr val="FFFFFF"/>
                    </a:solidFill>
                  </a:tcPr>
                </a:tc>
                <a:tc>
                  <a:txBody>
                    <a:bodyPr/>
                    <a:lstStyle/>
                    <a:p>
                      <a:pPr algn="ctr"/>
                      <a:r>
                        <a:rPr lang="en-IN" sz="4000" b="1" dirty="0">
                          <a:effectLst/>
                        </a:rPr>
                        <a:t>15</a:t>
                      </a:r>
                    </a:p>
                  </a:txBody>
                  <a:tcPr marL="50800" marR="50800" marT="50800" marB="50800" anchor="ctr">
                    <a:lnL w="12700" cap="flat" cmpd="sng" algn="ctr">
                      <a:solidFill>
                        <a:srgbClr val="10D92C"/>
                      </a:solidFill>
                      <a:prstDash val="solid"/>
                      <a:round/>
                      <a:headEnd type="none" w="med" len="med"/>
                      <a:tailEnd type="none" w="med" len="med"/>
                    </a:lnL>
                    <a:lnR w="12700" cap="flat" cmpd="sng" algn="ctr">
                      <a:solidFill>
                        <a:srgbClr val="F0D12C"/>
                      </a:solidFill>
                      <a:prstDash val="solid"/>
                      <a:round/>
                      <a:headEnd type="none" w="med" len="med"/>
                      <a:tailEnd type="none" w="med" len="med"/>
                    </a:lnR>
                    <a:lnT w="12700" cap="flat" cmpd="sng" algn="ctr">
                      <a:solidFill>
                        <a:srgbClr val="10D92C"/>
                      </a:solidFill>
                      <a:prstDash val="solid"/>
                      <a:round/>
                      <a:headEnd type="none" w="med" len="med"/>
                      <a:tailEnd type="none" w="med" len="med"/>
                    </a:lnT>
                    <a:lnB w="6350" cap="flat" cmpd="sng" algn="ctr">
                      <a:solidFill>
                        <a:srgbClr val="10D92C"/>
                      </a:solidFill>
                      <a:prstDash val="solid"/>
                      <a:round/>
                      <a:headEnd type="none" w="med" len="med"/>
                      <a:tailEnd type="none" w="med" len="med"/>
                    </a:lnB>
                    <a:solidFill>
                      <a:srgbClr val="FFFF00"/>
                    </a:solidFill>
                  </a:tcPr>
                </a:tc>
                <a:tc>
                  <a:txBody>
                    <a:bodyPr/>
                    <a:lstStyle/>
                    <a:p>
                      <a:pPr algn="ctr"/>
                      <a:r>
                        <a:rPr lang="en-IN" sz="4000" b="1" dirty="0">
                          <a:effectLst/>
                        </a:rPr>
                        <a:t>20</a:t>
                      </a:r>
                    </a:p>
                  </a:txBody>
                  <a:tcPr marL="50800" marR="50800" marT="50800" marB="50800" anchor="ctr">
                    <a:lnL w="12700" cap="flat" cmpd="sng" algn="ctr">
                      <a:solidFill>
                        <a:srgbClr val="F0D12C"/>
                      </a:solidFill>
                      <a:prstDash val="solid"/>
                      <a:round/>
                      <a:headEnd type="none" w="med" len="med"/>
                      <a:tailEnd type="none" w="med" len="med"/>
                    </a:lnL>
                    <a:lnR w="12700" cap="flat" cmpd="sng" algn="ctr">
                      <a:solidFill>
                        <a:srgbClr val="D0D62C"/>
                      </a:solidFill>
                      <a:prstDash val="solid"/>
                      <a:round/>
                      <a:headEnd type="none" w="med" len="med"/>
                      <a:tailEnd type="none" w="med" len="med"/>
                    </a:lnR>
                    <a:lnT w="12700" cap="flat" cmpd="sng" algn="ctr">
                      <a:solidFill>
                        <a:srgbClr val="F0D12C"/>
                      </a:solidFill>
                      <a:prstDash val="solid"/>
                      <a:round/>
                      <a:headEnd type="none" w="med" len="med"/>
                      <a:tailEnd type="none" w="med" len="med"/>
                    </a:lnT>
                    <a:lnB w="6350" cap="flat" cmpd="sng" algn="ctr">
                      <a:solidFill>
                        <a:srgbClr val="F0D12C"/>
                      </a:solidFill>
                      <a:prstDash val="solid"/>
                      <a:round/>
                      <a:headEnd type="none" w="med" len="med"/>
                      <a:tailEnd type="none" w="med" len="med"/>
                    </a:lnB>
                    <a:solidFill>
                      <a:srgbClr val="FFFFFF"/>
                    </a:solidFill>
                  </a:tcPr>
                </a:tc>
                <a:tc>
                  <a:txBody>
                    <a:bodyPr/>
                    <a:lstStyle/>
                    <a:p>
                      <a:pPr algn="ctr"/>
                      <a:r>
                        <a:rPr lang="en-IN" sz="4000" b="1" dirty="0">
                          <a:effectLst/>
                        </a:rPr>
                        <a:t>9</a:t>
                      </a:r>
                    </a:p>
                  </a:txBody>
                  <a:tcPr marL="50800" marR="50800" marT="50800" marB="50800" anchor="ctr">
                    <a:lnL w="12700" cap="flat" cmpd="sng" algn="ctr">
                      <a:solidFill>
                        <a:srgbClr val="D0D62C"/>
                      </a:solidFill>
                      <a:prstDash val="solid"/>
                      <a:round/>
                      <a:headEnd type="none" w="med" len="med"/>
                      <a:tailEnd type="none" w="med" len="med"/>
                    </a:lnL>
                    <a:lnR w="12700" cap="flat" cmpd="sng" algn="ctr">
                      <a:solidFill>
                        <a:srgbClr val="90D72C"/>
                      </a:solidFill>
                      <a:prstDash val="solid"/>
                      <a:round/>
                      <a:headEnd type="none" w="med" len="med"/>
                      <a:tailEnd type="none" w="med" len="med"/>
                    </a:lnR>
                    <a:lnT w="12700" cap="flat" cmpd="sng" algn="ctr">
                      <a:solidFill>
                        <a:srgbClr val="D0D62C"/>
                      </a:solidFill>
                      <a:prstDash val="solid"/>
                      <a:round/>
                      <a:headEnd type="none" w="med" len="med"/>
                      <a:tailEnd type="none" w="med" len="med"/>
                    </a:lnT>
                    <a:lnB w="6350" cap="flat" cmpd="sng" algn="ctr">
                      <a:solidFill>
                        <a:srgbClr val="D0D62C"/>
                      </a:solidFill>
                      <a:prstDash val="solid"/>
                      <a:round/>
                      <a:headEnd type="none" w="med" len="med"/>
                      <a:tailEnd type="none" w="med" len="med"/>
                    </a:lnB>
                    <a:solidFill>
                      <a:srgbClr val="FFFFFF"/>
                    </a:solidFill>
                  </a:tcPr>
                </a:tc>
                <a:tc>
                  <a:txBody>
                    <a:bodyPr/>
                    <a:lstStyle/>
                    <a:p>
                      <a:pPr algn="ctr"/>
                      <a:r>
                        <a:rPr lang="en-IN" sz="4000" b="1" dirty="0">
                          <a:effectLst/>
                        </a:rPr>
                        <a:t>5</a:t>
                      </a:r>
                    </a:p>
                  </a:txBody>
                  <a:tcPr marL="50800" marR="50800" marT="50800" marB="50800" anchor="ctr">
                    <a:lnL w="12700" cap="flat" cmpd="sng" algn="ctr">
                      <a:solidFill>
                        <a:srgbClr val="90D72C"/>
                      </a:solidFill>
                      <a:prstDash val="solid"/>
                      <a:round/>
                      <a:headEnd type="none" w="med" len="med"/>
                      <a:tailEnd type="none" w="med" len="med"/>
                    </a:lnL>
                    <a:lnR w="12700" cap="flat" cmpd="sng" algn="ctr">
                      <a:solidFill>
                        <a:srgbClr val="00D12C"/>
                      </a:solidFill>
                      <a:prstDash val="solid"/>
                      <a:round/>
                      <a:headEnd type="none" w="med" len="med"/>
                      <a:tailEnd type="none" w="med" len="med"/>
                    </a:lnR>
                    <a:lnT w="12700" cap="flat" cmpd="sng" algn="ctr">
                      <a:solidFill>
                        <a:srgbClr val="90D72C"/>
                      </a:solidFill>
                      <a:prstDash val="solid"/>
                      <a:round/>
                      <a:headEnd type="none" w="med" len="med"/>
                      <a:tailEnd type="none" w="med" len="med"/>
                    </a:lnT>
                    <a:lnB w="6350" cap="flat" cmpd="sng" algn="ctr">
                      <a:solidFill>
                        <a:srgbClr val="90D72C"/>
                      </a:solidFill>
                      <a:prstDash val="solid"/>
                      <a:round/>
                      <a:headEnd type="none" w="med" len="med"/>
                      <a:tailEnd type="none" w="med" len="med"/>
                    </a:lnB>
                    <a:solidFill>
                      <a:srgbClr val="FFFFFF"/>
                    </a:solidFill>
                  </a:tcPr>
                </a:tc>
                <a:tc>
                  <a:txBody>
                    <a:bodyPr/>
                    <a:lstStyle/>
                    <a:p>
                      <a:pPr algn="ctr"/>
                      <a:r>
                        <a:rPr lang="en-IN" sz="4000" b="1">
                          <a:effectLst/>
                        </a:rPr>
                        <a:t>16</a:t>
                      </a:r>
                    </a:p>
                  </a:txBody>
                  <a:tcPr marL="50800" marR="50800" marT="50800" marB="50800" anchor="ctr">
                    <a:lnL w="12700" cap="flat" cmpd="sng" algn="ctr">
                      <a:solidFill>
                        <a:srgbClr val="00D12C"/>
                      </a:solidFill>
                      <a:prstDash val="solid"/>
                      <a:round/>
                      <a:headEnd type="none" w="med" len="med"/>
                      <a:tailEnd type="none" w="med" len="med"/>
                    </a:lnL>
                    <a:lnR w="12700" cap="flat" cmpd="sng" algn="ctr">
                      <a:solidFill>
                        <a:srgbClr val="B0D52C"/>
                      </a:solidFill>
                      <a:prstDash val="solid"/>
                      <a:round/>
                      <a:headEnd type="none" w="med" len="med"/>
                      <a:tailEnd type="none" w="med" len="med"/>
                    </a:lnR>
                    <a:lnT w="12700" cap="flat" cmpd="sng" algn="ctr">
                      <a:solidFill>
                        <a:srgbClr val="00D12C"/>
                      </a:solidFill>
                      <a:prstDash val="solid"/>
                      <a:round/>
                      <a:headEnd type="none" w="med" len="med"/>
                      <a:tailEnd type="none" w="med" len="med"/>
                    </a:lnT>
                    <a:lnB w="6350" cap="flat" cmpd="sng" algn="ctr">
                      <a:solidFill>
                        <a:srgbClr val="00D12C"/>
                      </a:solidFill>
                      <a:prstDash val="solid"/>
                      <a:round/>
                      <a:headEnd type="none" w="med" len="med"/>
                      <a:tailEnd type="none" w="med" len="med"/>
                    </a:lnB>
                    <a:solidFill>
                      <a:srgbClr val="FFFFFF"/>
                    </a:solidFill>
                  </a:tcPr>
                </a:tc>
                <a:tc>
                  <a:txBody>
                    <a:bodyPr/>
                    <a:lstStyle/>
                    <a:p>
                      <a:pPr algn="ctr"/>
                      <a:r>
                        <a:rPr lang="en-IN" sz="4000" b="1" dirty="0">
                          <a:effectLst/>
                        </a:rPr>
                        <a:t>17</a:t>
                      </a:r>
                    </a:p>
                  </a:txBody>
                  <a:tcPr marL="50800" marR="50800" marT="50800" marB="50800" anchor="ctr">
                    <a:lnL w="12700" cap="flat" cmpd="sng" algn="ctr">
                      <a:solidFill>
                        <a:srgbClr val="B0D52C"/>
                      </a:solidFill>
                      <a:prstDash val="solid"/>
                      <a:round/>
                      <a:headEnd type="none" w="med" len="med"/>
                      <a:tailEnd type="none" w="med" len="med"/>
                    </a:lnL>
                    <a:lnR w="12700" cap="flat" cmpd="sng" algn="ctr">
                      <a:solidFill>
                        <a:srgbClr val="20E42C"/>
                      </a:solidFill>
                      <a:prstDash val="solid"/>
                      <a:round/>
                      <a:headEnd type="none" w="med" len="med"/>
                      <a:tailEnd type="none" w="med" len="med"/>
                    </a:lnR>
                    <a:lnT w="12700" cap="flat" cmpd="sng" algn="ctr">
                      <a:solidFill>
                        <a:srgbClr val="B0D52C"/>
                      </a:solidFill>
                      <a:prstDash val="solid"/>
                      <a:round/>
                      <a:headEnd type="none" w="med" len="med"/>
                      <a:tailEnd type="none" w="med" len="med"/>
                    </a:lnT>
                    <a:lnB w="6350" cap="flat" cmpd="sng" algn="ctr">
                      <a:solidFill>
                        <a:srgbClr val="B0D52C"/>
                      </a:solidFill>
                      <a:prstDash val="solid"/>
                      <a:round/>
                      <a:headEnd type="none" w="med" len="med"/>
                      <a:tailEnd type="none" w="med" len="med"/>
                    </a:lnB>
                    <a:solidFill>
                      <a:srgbClr val="FFFFFF"/>
                    </a:solidFill>
                  </a:tcPr>
                </a:tc>
                <a:tc>
                  <a:txBody>
                    <a:bodyPr/>
                    <a:lstStyle/>
                    <a:p>
                      <a:pPr algn="ctr"/>
                      <a:r>
                        <a:rPr lang="en-IN" sz="4000" b="1" dirty="0">
                          <a:effectLst/>
                        </a:rPr>
                        <a:t>8</a:t>
                      </a:r>
                    </a:p>
                  </a:txBody>
                  <a:tcPr marL="50800" marR="50800" marT="50800" marB="50800" anchor="ctr">
                    <a:lnL w="12700" cap="flat" cmpd="sng" algn="ctr">
                      <a:solidFill>
                        <a:srgbClr val="20E42C"/>
                      </a:solidFill>
                      <a:prstDash val="solid"/>
                      <a:round/>
                      <a:headEnd type="none" w="med" len="med"/>
                      <a:tailEnd type="none" w="med" len="med"/>
                    </a:lnL>
                    <a:lnR w="12700" cap="flat" cmpd="sng" algn="ctr">
                      <a:solidFill>
                        <a:srgbClr val="F0DD2C"/>
                      </a:solidFill>
                      <a:prstDash val="solid"/>
                      <a:round/>
                      <a:headEnd type="none" w="med" len="med"/>
                      <a:tailEnd type="none" w="med" len="med"/>
                    </a:lnR>
                    <a:lnT w="12700" cap="flat" cmpd="sng" algn="ctr">
                      <a:solidFill>
                        <a:srgbClr val="20E42C"/>
                      </a:solidFill>
                      <a:prstDash val="solid"/>
                      <a:round/>
                      <a:headEnd type="none" w="med" len="med"/>
                      <a:tailEnd type="none" w="med" len="med"/>
                    </a:lnT>
                    <a:lnB w="6350" cap="flat" cmpd="sng" algn="ctr">
                      <a:solidFill>
                        <a:srgbClr val="20E42C"/>
                      </a:solidFill>
                      <a:prstDash val="solid"/>
                      <a:round/>
                      <a:headEnd type="none" w="med" len="med"/>
                      <a:tailEnd type="none" w="med" len="med"/>
                    </a:lnB>
                    <a:solidFill>
                      <a:srgbClr val="FFFFFF"/>
                    </a:solidFill>
                  </a:tcPr>
                </a:tc>
                <a:tc>
                  <a:txBody>
                    <a:bodyPr/>
                    <a:lstStyle/>
                    <a:p>
                      <a:pPr algn="ctr"/>
                      <a:r>
                        <a:rPr lang="en-IN" sz="4000" b="1" dirty="0">
                          <a:effectLst/>
                        </a:rPr>
                        <a:t>6</a:t>
                      </a:r>
                    </a:p>
                  </a:txBody>
                  <a:tcPr marL="50800" marR="50800" marT="50800" marB="50800" anchor="ctr">
                    <a:lnL w="12700" cap="flat" cmpd="sng" algn="ctr">
                      <a:solidFill>
                        <a:srgbClr val="F0DD2C"/>
                      </a:solidFill>
                      <a:prstDash val="solid"/>
                      <a:round/>
                      <a:headEnd type="none" w="med" len="med"/>
                      <a:tailEnd type="none" w="med" len="med"/>
                    </a:lnL>
                    <a:lnR w="6350" cap="flat" cmpd="sng" algn="ctr">
                      <a:solidFill>
                        <a:srgbClr val="F0DD2C"/>
                      </a:solidFill>
                      <a:prstDash val="solid"/>
                      <a:round/>
                      <a:headEnd type="none" w="med" len="med"/>
                      <a:tailEnd type="none" w="med" len="med"/>
                    </a:lnR>
                    <a:lnT w="12700" cap="flat" cmpd="sng" algn="ctr">
                      <a:solidFill>
                        <a:srgbClr val="F0DD2C"/>
                      </a:solidFill>
                      <a:prstDash val="solid"/>
                      <a:round/>
                      <a:headEnd type="none" w="med" len="med"/>
                      <a:tailEnd type="none" w="med" len="med"/>
                    </a:lnT>
                    <a:lnB w="6350" cap="flat" cmpd="sng" algn="ctr">
                      <a:solidFill>
                        <a:srgbClr val="F0DD2C"/>
                      </a:solidFill>
                      <a:prstDash val="solid"/>
                      <a:round/>
                      <a:headEnd type="none" w="med" len="med"/>
                      <a:tailEnd type="none" w="med" len="med"/>
                    </a:lnB>
                    <a:solidFill>
                      <a:srgbClr val="FFFFFF"/>
                    </a:solidFill>
                  </a:tcPr>
                </a:tc>
                <a:extLst>
                  <a:ext uri="{0D108BD9-81ED-4DB2-BD59-A6C34878D82A}">
                    <a16:rowId xmlns:a16="http://schemas.microsoft.com/office/drawing/2014/main" val="2293886370"/>
                  </a:ext>
                </a:extLst>
              </a:tr>
            </a:tbl>
          </a:graphicData>
        </a:graphic>
      </p:graphicFrame>
    </p:spTree>
    <p:extLst>
      <p:ext uri="{BB962C8B-B14F-4D97-AF65-F5344CB8AC3E}">
        <p14:creationId xmlns:p14="http://schemas.microsoft.com/office/powerpoint/2010/main" val="40734819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A569A7BB-CA1D-42DD-D18E-379BA2F30283}"/>
              </a:ext>
            </a:extLst>
          </p:cNvPr>
          <p:cNvSpPr>
            <a:spLocks noGrp="1"/>
          </p:cNvSpPr>
          <p:nvPr>
            <p:ph type="dt" sz="half" idx="10"/>
          </p:nvPr>
        </p:nvSpPr>
        <p:spPr/>
        <p:txBody>
          <a:bodyPr/>
          <a:lstStyle/>
          <a:p>
            <a:fld id="{843D5149-F9B8-43BB-B858-649E6D80C0BE}" type="datetime1">
              <a:rPr lang="en-IN" smtClean="0"/>
              <a:t>02-05-2024</a:t>
            </a:fld>
            <a:endParaRPr lang="en-IN"/>
          </a:p>
        </p:txBody>
      </p:sp>
      <p:sp>
        <p:nvSpPr>
          <p:cNvPr id="6" name="Footer Placeholder 5">
            <a:extLst>
              <a:ext uri="{FF2B5EF4-FFF2-40B4-BE49-F238E27FC236}">
                <a16:creationId xmlns:a16="http://schemas.microsoft.com/office/drawing/2014/main" id="{89F92A84-9606-43FA-4DE8-18D8A76FBE98}"/>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03C334B2-8F35-D355-553A-E61F3198F316}"/>
              </a:ext>
            </a:extLst>
          </p:cNvPr>
          <p:cNvSpPr>
            <a:spLocks noGrp="1"/>
          </p:cNvSpPr>
          <p:nvPr>
            <p:ph type="sldNum" sz="quarter" idx="12"/>
          </p:nvPr>
        </p:nvSpPr>
        <p:spPr/>
        <p:txBody>
          <a:bodyPr/>
          <a:lstStyle/>
          <a:p>
            <a:fld id="{BA31EB0C-5590-401D-B2AF-7A2046961168}" type="slidenum">
              <a:rPr lang="en-IN" smtClean="0"/>
              <a:t>29</a:t>
            </a:fld>
            <a:endParaRPr lang="en-IN"/>
          </a:p>
        </p:txBody>
      </p:sp>
      <p:pic>
        <p:nvPicPr>
          <p:cNvPr id="3074" name="Picture 2" descr="Inserting a New Node 20 in AVL Tree">
            <a:extLst>
              <a:ext uri="{FF2B5EF4-FFF2-40B4-BE49-F238E27FC236}">
                <a16:creationId xmlns:a16="http://schemas.microsoft.com/office/drawing/2014/main" id="{74FE4F5F-BD31-4106-5AC3-3396599383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9231" y="2696369"/>
            <a:ext cx="6219825" cy="260985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8177D5C2-6A78-A097-EAAE-4FDB63FC42AE}"/>
              </a:ext>
            </a:extLst>
          </p:cNvPr>
          <p:cNvSpPr>
            <a:spLocks noGrp="1"/>
          </p:cNvSpPr>
          <p:nvPr>
            <p:ph type="title"/>
          </p:nvPr>
        </p:nvSpPr>
        <p:spPr>
          <a:xfrm>
            <a:off x="578319" y="1393156"/>
            <a:ext cx="11353800" cy="147204"/>
          </a:xfrm>
        </p:spPr>
        <p:txBody>
          <a:bodyPr>
            <a:normAutofit fontScale="90000"/>
          </a:bodyPr>
          <a:lstStyle/>
          <a:p>
            <a:r>
              <a:rPr lang="en-US" b="1" dirty="0">
                <a:solidFill>
                  <a:srgbClr val="00B050"/>
                </a:solidFill>
                <a:latin typeface="+mn-lt"/>
              </a:rPr>
              <a:t>Construct an AVL tree having the following elements</a:t>
            </a:r>
            <a:br>
              <a:rPr lang="en-US" b="1" dirty="0">
                <a:solidFill>
                  <a:srgbClr val="00B050"/>
                </a:solidFill>
                <a:latin typeface="+mn-lt"/>
              </a:rPr>
            </a:br>
            <a:endParaRPr lang="en-IN" b="1" dirty="0">
              <a:latin typeface="+mn-lt"/>
            </a:endParaRPr>
          </a:p>
        </p:txBody>
      </p:sp>
      <p:graphicFrame>
        <p:nvGraphicFramePr>
          <p:cNvPr id="9" name="Table 8">
            <a:extLst>
              <a:ext uri="{FF2B5EF4-FFF2-40B4-BE49-F238E27FC236}">
                <a16:creationId xmlns:a16="http://schemas.microsoft.com/office/drawing/2014/main" id="{96D31B4D-2330-7CAA-57D8-EAD27FC3F443}"/>
              </a:ext>
            </a:extLst>
          </p:cNvPr>
          <p:cNvGraphicFramePr>
            <a:graphicFrameLocks noGrp="1"/>
          </p:cNvGraphicFramePr>
          <p:nvPr/>
        </p:nvGraphicFramePr>
        <p:xfrm>
          <a:off x="997419" y="1719036"/>
          <a:ext cx="10515600" cy="711200"/>
        </p:xfrm>
        <a:graphic>
          <a:graphicData uri="http://schemas.openxmlformats.org/drawingml/2006/table">
            <a:tbl>
              <a:tblPr/>
              <a:tblGrid>
                <a:gridCol w="1168400">
                  <a:extLst>
                    <a:ext uri="{9D8B030D-6E8A-4147-A177-3AD203B41FA5}">
                      <a16:colId xmlns:a16="http://schemas.microsoft.com/office/drawing/2014/main" val="2887028377"/>
                    </a:ext>
                  </a:extLst>
                </a:gridCol>
                <a:gridCol w="1168400">
                  <a:extLst>
                    <a:ext uri="{9D8B030D-6E8A-4147-A177-3AD203B41FA5}">
                      <a16:colId xmlns:a16="http://schemas.microsoft.com/office/drawing/2014/main" val="1429197691"/>
                    </a:ext>
                  </a:extLst>
                </a:gridCol>
                <a:gridCol w="1168400">
                  <a:extLst>
                    <a:ext uri="{9D8B030D-6E8A-4147-A177-3AD203B41FA5}">
                      <a16:colId xmlns:a16="http://schemas.microsoft.com/office/drawing/2014/main" val="1352333606"/>
                    </a:ext>
                  </a:extLst>
                </a:gridCol>
                <a:gridCol w="1168400">
                  <a:extLst>
                    <a:ext uri="{9D8B030D-6E8A-4147-A177-3AD203B41FA5}">
                      <a16:colId xmlns:a16="http://schemas.microsoft.com/office/drawing/2014/main" val="1659318143"/>
                    </a:ext>
                  </a:extLst>
                </a:gridCol>
                <a:gridCol w="1168400">
                  <a:extLst>
                    <a:ext uri="{9D8B030D-6E8A-4147-A177-3AD203B41FA5}">
                      <a16:colId xmlns:a16="http://schemas.microsoft.com/office/drawing/2014/main" val="3703073645"/>
                    </a:ext>
                  </a:extLst>
                </a:gridCol>
                <a:gridCol w="1168400">
                  <a:extLst>
                    <a:ext uri="{9D8B030D-6E8A-4147-A177-3AD203B41FA5}">
                      <a16:colId xmlns:a16="http://schemas.microsoft.com/office/drawing/2014/main" val="3821776635"/>
                    </a:ext>
                  </a:extLst>
                </a:gridCol>
                <a:gridCol w="1168400">
                  <a:extLst>
                    <a:ext uri="{9D8B030D-6E8A-4147-A177-3AD203B41FA5}">
                      <a16:colId xmlns:a16="http://schemas.microsoft.com/office/drawing/2014/main" val="1945072407"/>
                    </a:ext>
                  </a:extLst>
                </a:gridCol>
                <a:gridCol w="1168400">
                  <a:extLst>
                    <a:ext uri="{9D8B030D-6E8A-4147-A177-3AD203B41FA5}">
                      <a16:colId xmlns:a16="http://schemas.microsoft.com/office/drawing/2014/main" val="774203884"/>
                    </a:ext>
                  </a:extLst>
                </a:gridCol>
                <a:gridCol w="1168400">
                  <a:extLst>
                    <a:ext uri="{9D8B030D-6E8A-4147-A177-3AD203B41FA5}">
                      <a16:colId xmlns:a16="http://schemas.microsoft.com/office/drawing/2014/main" val="3496078218"/>
                    </a:ext>
                  </a:extLst>
                </a:gridCol>
              </a:tblGrid>
              <a:tr h="0">
                <a:tc>
                  <a:txBody>
                    <a:bodyPr/>
                    <a:lstStyle/>
                    <a:p>
                      <a:pPr algn="ctr"/>
                      <a:r>
                        <a:rPr lang="en-IN" sz="4000" b="1" dirty="0">
                          <a:effectLst/>
                        </a:rPr>
                        <a:t>10</a:t>
                      </a:r>
                    </a:p>
                  </a:txBody>
                  <a:tcPr marL="50800" marR="50800" marT="50800" marB="50800" anchor="ctr">
                    <a:lnL w="12700" cap="flat" cmpd="sng" algn="ctr">
                      <a:solidFill>
                        <a:srgbClr val="90C52C"/>
                      </a:solidFill>
                      <a:prstDash val="solid"/>
                      <a:round/>
                      <a:headEnd type="none" w="med" len="med"/>
                      <a:tailEnd type="none" w="med" len="med"/>
                    </a:lnL>
                    <a:lnR w="12700" cap="flat" cmpd="sng" algn="ctr">
                      <a:solidFill>
                        <a:srgbClr val="10D92C"/>
                      </a:solidFill>
                      <a:prstDash val="solid"/>
                      <a:round/>
                      <a:headEnd type="none" w="med" len="med"/>
                      <a:tailEnd type="none" w="med" len="med"/>
                    </a:lnR>
                    <a:lnT w="12700" cap="flat" cmpd="sng" algn="ctr">
                      <a:solidFill>
                        <a:srgbClr val="90C52C"/>
                      </a:solidFill>
                      <a:prstDash val="solid"/>
                      <a:round/>
                      <a:headEnd type="none" w="med" len="med"/>
                      <a:tailEnd type="none" w="med" len="med"/>
                    </a:lnT>
                    <a:lnB w="6350" cap="flat" cmpd="sng" algn="ctr">
                      <a:solidFill>
                        <a:srgbClr val="90C52C"/>
                      </a:solidFill>
                      <a:prstDash val="solid"/>
                      <a:round/>
                      <a:headEnd type="none" w="med" len="med"/>
                      <a:tailEnd type="none" w="med" len="med"/>
                    </a:lnB>
                    <a:solidFill>
                      <a:srgbClr val="FFFFFF"/>
                    </a:solidFill>
                  </a:tcPr>
                </a:tc>
                <a:tc>
                  <a:txBody>
                    <a:bodyPr/>
                    <a:lstStyle/>
                    <a:p>
                      <a:pPr algn="ctr"/>
                      <a:r>
                        <a:rPr lang="en-IN" sz="4000" b="1">
                          <a:effectLst/>
                        </a:rPr>
                        <a:t>15</a:t>
                      </a:r>
                    </a:p>
                  </a:txBody>
                  <a:tcPr marL="50800" marR="50800" marT="50800" marB="50800" anchor="ctr">
                    <a:lnL w="12700" cap="flat" cmpd="sng" algn="ctr">
                      <a:solidFill>
                        <a:srgbClr val="10D92C"/>
                      </a:solidFill>
                      <a:prstDash val="solid"/>
                      <a:round/>
                      <a:headEnd type="none" w="med" len="med"/>
                      <a:tailEnd type="none" w="med" len="med"/>
                    </a:lnL>
                    <a:lnR w="12700" cap="flat" cmpd="sng" algn="ctr">
                      <a:solidFill>
                        <a:srgbClr val="F0D12C"/>
                      </a:solidFill>
                      <a:prstDash val="solid"/>
                      <a:round/>
                      <a:headEnd type="none" w="med" len="med"/>
                      <a:tailEnd type="none" w="med" len="med"/>
                    </a:lnR>
                    <a:lnT w="12700" cap="flat" cmpd="sng" algn="ctr">
                      <a:solidFill>
                        <a:srgbClr val="10D92C"/>
                      </a:solidFill>
                      <a:prstDash val="solid"/>
                      <a:round/>
                      <a:headEnd type="none" w="med" len="med"/>
                      <a:tailEnd type="none" w="med" len="med"/>
                    </a:lnT>
                    <a:lnB w="6350" cap="flat" cmpd="sng" algn="ctr">
                      <a:solidFill>
                        <a:srgbClr val="10D92C"/>
                      </a:solidFill>
                      <a:prstDash val="solid"/>
                      <a:round/>
                      <a:headEnd type="none" w="med" len="med"/>
                      <a:tailEnd type="none" w="med" len="med"/>
                    </a:lnB>
                    <a:solidFill>
                      <a:srgbClr val="FFFFFF"/>
                    </a:solidFill>
                  </a:tcPr>
                </a:tc>
                <a:tc>
                  <a:txBody>
                    <a:bodyPr/>
                    <a:lstStyle/>
                    <a:p>
                      <a:pPr algn="ctr"/>
                      <a:r>
                        <a:rPr lang="en-IN" sz="4000" b="1" dirty="0">
                          <a:effectLst/>
                        </a:rPr>
                        <a:t>20</a:t>
                      </a:r>
                    </a:p>
                  </a:txBody>
                  <a:tcPr marL="50800" marR="50800" marT="50800" marB="50800" anchor="ctr">
                    <a:lnL w="12700" cap="flat" cmpd="sng" algn="ctr">
                      <a:solidFill>
                        <a:srgbClr val="F0D12C"/>
                      </a:solidFill>
                      <a:prstDash val="solid"/>
                      <a:round/>
                      <a:headEnd type="none" w="med" len="med"/>
                      <a:tailEnd type="none" w="med" len="med"/>
                    </a:lnL>
                    <a:lnR w="12700" cap="flat" cmpd="sng" algn="ctr">
                      <a:solidFill>
                        <a:srgbClr val="D0D62C"/>
                      </a:solidFill>
                      <a:prstDash val="solid"/>
                      <a:round/>
                      <a:headEnd type="none" w="med" len="med"/>
                      <a:tailEnd type="none" w="med" len="med"/>
                    </a:lnR>
                    <a:lnT w="12700" cap="flat" cmpd="sng" algn="ctr">
                      <a:solidFill>
                        <a:srgbClr val="F0D12C"/>
                      </a:solidFill>
                      <a:prstDash val="solid"/>
                      <a:round/>
                      <a:headEnd type="none" w="med" len="med"/>
                      <a:tailEnd type="none" w="med" len="med"/>
                    </a:lnT>
                    <a:lnB w="6350" cap="flat" cmpd="sng" algn="ctr">
                      <a:solidFill>
                        <a:srgbClr val="F0D12C"/>
                      </a:solidFill>
                      <a:prstDash val="solid"/>
                      <a:round/>
                      <a:headEnd type="none" w="med" len="med"/>
                      <a:tailEnd type="none" w="med" len="med"/>
                    </a:lnB>
                    <a:solidFill>
                      <a:srgbClr val="FFFF00"/>
                    </a:solidFill>
                  </a:tcPr>
                </a:tc>
                <a:tc>
                  <a:txBody>
                    <a:bodyPr/>
                    <a:lstStyle/>
                    <a:p>
                      <a:pPr algn="ctr"/>
                      <a:r>
                        <a:rPr lang="en-IN" sz="4000" b="1" dirty="0">
                          <a:effectLst/>
                        </a:rPr>
                        <a:t>9</a:t>
                      </a:r>
                    </a:p>
                  </a:txBody>
                  <a:tcPr marL="50800" marR="50800" marT="50800" marB="50800" anchor="ctr">
                    <a:lnL w="12700" cap="flat" cmpd="sng" algn="ctr">
                      <a:solidFill>
                        <a:srgbClr val="D0D62C"/>
                      </a:solidFill>
                      <a:prstDash val="solid"/>
                      <a:round/>
                      <a:headEnd type="none" w="med" len="med"/>
                      <a:tailEnd type="none" w="med" len="med"/>
                    </a:lnL>
                    <a:lnR w="12700" cap="flat" cmpd="sng" algn="ctr">
                      <a:solidFill>
                        <a:srgbClr val="90D72C"/>
                      </a:solidFill>
                      <a:prstDash val="solid"/>
                      <a:round/>
                      <a:headEnd type="none" w="med" len="med"/>
                      <a:tailEnd type="none" w="med" len="med"/>
                    </a:lnR>
                    <a:lnT w="12700" cap="flat" cmpd="sng" algn="ctr">
                      <a:solidFill>
                        <a:srgbClr val="D0D62C"/>
                      </a:solidFill>
                      <a:prstDash val="solid"/>
                      <a:round/>
                      <a:headEnd type="none" w="med" len="med"/>
                      <a:tailEnd type="none" w="med" len="med"/>
                    </a:lnT>
                    <a:lnB w="6350" cap="flat" cmpd="sng" algn="ctr">
                      <a:solidFill>
                        <a:srgbClr val="D0D62C"/>
                      </a:solidFill>
                      <a:prstDash val="solid"/>
                      <a:round/>
                      <a:headEnd type="none" w="med" len="med"/>
                      <a:tailEnd type="none" w="med" len="med"/>
                    </a:lnB>
                    <a:solidFill>
                      <a:srgbClr val="FFFFFF"/>
                    </a:solidFill>
                  </a:tcPr>
                </a:tc>
                <a:tc>
                  <a:txBody>
                    <a:bodyPr/>
                    <a:lstStyle/>
                    <a:p>
                      <a:pPr algn="ctr"/>
                      <a:r>
                        <a:rPr lang="en-IN" sz="4000" b="1" dirty="0">
                          <a:effectLst/>
                        </a:rPr>
                        <a:t>5</a:t>
                      </a:r>
                    </a:p>
                  </a:txBody>
                  <a:tcPr marL="50800" marR="50800" marT="50800" marB="50800" anchor="ctr">
                    <a:lnL w="12700" cap="flat" cmpd="sng" algn="ctr">
                      <a:solidFill>
                        <a:srgbClr val="90D72C"/>
                      </a:solidFill>
                      <a:prstDash val="solid"/>
                      <a:round/>
                      <a:headEnd type="none" w="med" len="med"/>
                      <a:tailEnd type="none" w="med" len="med"/>
                    </a:lnL>
                    <a:lnR w="12700" cap="flat" cmpd="sng" algn="ctr">
                      <a:solidFill>
                        <a:srgbClr val="00D12C"/>
                      </a:solidFill>
                      <a:prstDash val="solid"/>
                      <a:round/>
                      <a:headEnd type="none" w="med" len="med"/>
                      <a:tailEnd type="none" w="med" len="med"/>
                    </a:lnR>
                    <a:lnT w="12700" cap="flat" cmpd="sng" algn="ctr">
                      <a:solidFill>
                        <a:srgbClr val="90D72C"/>
                      </a:solidFill>
                      <a:prstDash val="solid"/>
                      <a:round/>
                      <a:headEnd type="none" w="med" len="med"/>
                      <a:tailEnd type="none" w="med" len="med"/>
                    </a:lnT>
                    <a:lnB w="6350" cap="flat" cmpd="sng" algn="ctr">
                      <a:solidFill>
                        <a:srgbClr val="90D72C"/>
                      </a:solidFill>
                      <a:prstDash val="solid"/>
                      <a:round/>
                      <a:headEnd type="none" w="med" len="med"/>
                      <a:tailEnd type="none" w="med" len="med"/>
                    </a:lnB>
                    <a:solidFill>
                      <a:srgbClr val="FFFFFF"/>
                    </a:solidFill>
                  </a:tcPr>
                </a:tc>
                <a:tc>
                  <a:txBody>
                    <a:bodyPr/>
                    <a:lstStyle/>
                    <a:p>
                      <a:pPr algn="ctr"/>
                      <a:r>
                        <a:rPr lang="en-IN" sz="4000" b="1">
                          <a:effectLst/>
                        </a:rPr>
                        <a:t>16</a:t>
                      </a:r>
                    </a:p>
                  </a:txBody>
                  <a:tcPr marL="50800" marR="50800" marT="50800" marB="50800" anchor="ctr">
                    <a:lnL w="12700" cap="flat" cmpd="sng" algn="ctr">
                      <a:solidFill>
                        <a:srgbClr val="00D12C"/>
                      </a:solidFill>
                      <a:prstDash val="solid"/>
                      <a:round/>
                      <a:headEnd type="none" w="med" len="med"/>
                      <a:tailEnd type="none" w="med" len="med"/>
                    </a:lnL>
                    <a:lnR w="12700" cap="flat" cmpd="sng" algn="ctr">
                      <a:solidFill>
                        <a:srgbClr val="B0D52C"/>
                      </a:solidFill>
                      <a:prstDash val="solid"/>
                      <a:round/>
                      <a:headEnd type="none" w="med" len="med"/>
                      <a:tailEnd type="none" w="med" len="med"/>
                    </a:lnR>
                    <a:lnT w="12700" cap="flat" cmpd="sng" algn="ctr">
                      <a:solidFill>
                        <a:srgbClr val="00D12C"/>
                      </a:solidFill>
                      <a:prstDash val="solid"/>
                      <a:round/>
                      <a:headEnd type="none" w="med" len="med"/>
                      <a:tailEnd type="none" w="med" len="med"/>
                    </a:lnT>
                    <a:lnB w="6350" cap="flat" cmpd="sng" algn="ctr">
                      <a:solidFill>
                        <a:srgbClr val="00D12C"/>
                      </a:solidFill>
                      <a:prstDash val="solid"/>
                      <a:round/>
                      <a:headEnd type="none" w="med" len="med"/>
                      <a:tailEnd type="none" w="med" len="med"/>
                    </a:lnB>
                    <a:solidFill>
                      <a:srgbClr val="FFFFFF"/>
                    </a:solidFill>
                  </a:tcPr>
                </a:tc>
                <a:tc>
                  <a:txBody>
                    <a:bodyPr/>
                    <a:lstStyle/>
                    <a:p>
                      <a:pPr algn="ctr"/>
                      <a:r>
                        <a:rPr lang="en-IN" sz="4000" b="1" dirty="0">
                          <a:effectLst/>
                        </a:rPr>
                        <a:t>17</a:t>
                      </a:r>
                    </a:p>
                  </a:txBody>
                  <a:tcPr marL="50800" marR="50800" marT="50800" marB="50800" anchor="ctr">
                    <a:lnL w="12700" cap="flat" cmpd="sng" algn="ctr">
                      <a:solidFill>
                        <a:srgbClr val="B0D52C"/>
                      </a:solidFill>
                      <a:prstDash val="solid"/>
                      <a:round/>
                      <a:headEnd type="none" w="med" len="med"/>
                      <a:tailEnd type="none" w="med" len="med"/>
                    </a:lnL>
                    <a:lnR w="12700" cap="flat" cmpd="sng" algn="ctr">
                      <a:solidFill>
                        <a:srgbClr val="20E42C"/>
                      </a:solidFill>
                      <a:prstDash val="solid"/>
                      <a:round/>
                      <a:headEnd type="none" w="med" len="med"/>
                      <a:tailEnd type="none" w="med" len="med"/>
                    </a:lnR>
                    <a:lnT w="12700" cap="flat" cmpd="sng" algn="ctr">
                      <a:solidFill>
                        <a:srgbClr val="B0D52C"/>
                      </a:solidFill>
                      <a:prstDash val="solid"/>
                      <a:round/>
                      <a:headEnd type="none" w="med" len="med"/>
                      <a:tailEnd type="none" w="med" len="med"/>
                    </a:lnT>
                    <a:lnB w="6350" cap="flat" cmpd="sng" algn="ctr">
                      <a:solidFill>
                        <a:srgbClr val="B0D52C"/>
                      </a:solidFill>
                      <a:prstDash val="solid"/>
                      <a:round/>
                      <a:headEnd type="none" w="med" len="med"/>
                      <a:tailEnd type="none" w="med" len="med"/>
                    </a:lnB>
                    <a:solidFill>
                      <a:srgbClr val="FFFFFF"/>
                    </a:solidFill>
                  </a:tcPr>
                </a:tc>
                <a:tc>
                  <a:txBody>
                    <a:bodyPr/>
                    <a:lstStyle/>
                    <a:p>
                      <a:pPr algn="ctr"/>
                      <a:r>
                        <a:rPr lang="en-IN" sz="4000" b="1" dirty="0">
                          <a:effectLst/>
                        </a:rPr>
                        <a:t>8</a:t>
                      </a:r>
                    </a:p>
                  </a:txBody>
                  <a:tcPr marL="50800" marR="50800" marT="50800" marB="50800" anchor="ctr">
                    <a:lnL w="12700" cap="flat" cmpd="sng" algn="ctr">
                      <a:solidFill>
                        <a:srgbClr val="20E42C"/>
                      </a:solidFill>
                      <a:prstDash val="solid"/>
                      <a:round/>
                      <a:headEnd type="none" w="med" len="med"/>
                      <a:tailEnd type="none" w="med" len="med"/>
                    </a:lnL>
                    <a:lnR w="12700" cap="flat" cmpd="sng" algn="ctr">
                      <a:solidFill>
                        <a:srgbClr val="F0DD2C"/>
                      </a:solidFill>
                      <a:prstDash val="solid"/>
                      <a:round/>
                      <a:headEnd type="none" w="med" len="med"/>
                      <a:tailEnd type="none" w="med" len="med"/>
                    </a:lnR>
                    <a:lnT w="12700" cap="flat" cmpd="sng" algn="ctr">
                      <a:solidFill>
                        <a:srgbClr val="20E42C"/>
                      </a:solidFill>
                      <a:prstDash val="solid"/>
                      <a:round/>
                      <a:headEnd type="none" w="med" len="med"/>
                      <a:tailEnd type="none" w="med" len="med"/>
                    </a:lnT>
                    <a:lnB w="6350" cap="flat" cmpd="sng" algn="ctr">
                      <a:solidFill>
                        <a:srgbClr val="20E42C"/>
                      </a:solidFill>
                      <a:prstDash val="solid"/>
                      <a:round/>
                      <a:headEnd type="none" w="med" len="med"/>
                      <a:tailEnd type="none" w="med" len="med"/>
                    </a:lnB>
                    <a:solidFill>
                      <a:srgbClr val="FFFFFF"/>
                    </a:solidFill>
                  </a:tcPr>
                </a:tc>
                <a:tc>
                  <a:txBody>
                    <a:bodyPr/>
                    <a:lstStyle/>
                    <a:p>
                      <a:pPr algn="ctr"/>
                      <a:r>
                        <a:rPr lang="en-IN" sz="4000" b="1" dirty="0">
                          <a:effectLst/>
                        </a:rPr>
                        <a:t>6</a:t>
                      </a:r>
                    </a:p>
                  </a:txBody>
                  <a:tcPr marL="50800" marR="50800" marT="50800" marB="50800" anchor="ctr">
                    <a:lnL w="12700" cap="flat" cmpd="sng" algn="ctr">
                      <a:solidFill>
                        <a:srgbClr val="F0DD2C"/>
                      </a:solidFill>
                      <a:prstDash val="solid"/>
                      <a:round/>
                      <a:headEnd type="none" w="med" len="med"/>
                      <a:tailEnd type="none" w="med" len="med"/>
                    </a:lnL>
                    <a:lnR w="6350" cap="flat" cmpd="sng" algn="ctr">
                      <a:solidFill>
                        <a:srgbClr val="F0DD2C"/>
                      </a:solidFill>
                      <a:prstDash val="solid"/>
                      <a:round/>
                      <a:headEnd type="none" w="med" len="med"/>
                      <a:tailEnd type="none" w="med" len="med"/>
                    </a:lnR>
                    <a:lnT w="12700" cap="flat" cmpd="sng" algn="ctr">
                      <a:solidFill>
                        <a:srgbClr val="F0DD2C"/>
                      </a:solidFill>
                      <a:prstDash val="solid"/>
                      <a:round/>
                      <a:headEnd type="none" w="med" len="med"/>
                      <a:tailEnd type="none" w="med" len="med"/>
                    </a:lnT>
                    <a:lnB w="6350" cap="flat" cmpd="sng" algn="ctr">
                      <a:solidFill>
                        <a:srgbClr val="F0DD2C"/>
                      </a:solidFill>
                      <a:prstDash val="solid"/>
                      <a:round/>
                      <a:headEnd type="none" w="med" len="med"/>
                      <a:tailEnd type="none" w="med" len="med"/>
                    </a:lnB>
                    <a:solidFill>
                      <a:srgbClr val="FFFFFF"/>
                    </a:solidFill>
                  </a:tcPr>
                </a:tc>
                <a:extLst>
                  <a:ext uri="{0D108BD9-81ED-4DB2-BD59-A6C34878D82A}">
                    <a16:rowId xmlns:a16="http://schemas.microsoft.com/office/drawing/2014/main" val="2293886370"/>
                  </a:ext>
                </a:extLst>
              </a:tr>
            </a:tbl>
          </a:graphicData>
        </a:graphic>
      </p:graphicFrame>
    </p:spTree>
    <p:extLst>
      <p:ext uri="{BB962C8B-B14F-4D97-AF65-F5344CB8AC3E}">
        <p14:creationId xmlns:p14="http://schemas.microsoft.com/office/powerpoint/2010/main" val="881559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FDE600F8-A51C-ABB0-4627-4C04810A392A}"/>
              </a:ext>
            </a:extLst>
          </p:cNvPr>
          <p:cNvSpPr>
            <a:spLocks noGrp="1"/>
          </p:cNvSpPr>
          <p:nvPr>
            <p:ph type="dt" sz="half" idx="10"/>
          </p:nvPr>
        </p:nvSpPr>
        <p:spPr/>
        <p:txBody>
          <a:bodyPr/>
          <a:lstStyle/>
          <a:p>
            <a:fld id="{25D32CD4-973D-4F38-A024-EEE3717402D9}" type="datetime1">
              <a:rPr lang="en-IN" smtClean="0"/>
              <a:t>02-05-2024</a:t>
            </a:fld>
            <a:endParaRPr lang="en-IN"/>
          </a:p>
        </p:txBody>
      </p:sp>
      <p:sp>
        <p:nvSpPr>
          <p:cNvPr id="6" name="Footer Placeholder 5">
            <a:extLst>
              <a:ext uri="{FF2B5EF4-FFF2-40B4-BE49-F238E27FC236}">
                <a16:creationId xmlns:a16="http://schemas.microsoft.com/office/drawing/2014/main" id="{CABE9744-4C93-2D93-67FD-BDC9AAFF3D34}"/>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7FA1CAC4-BB09-3707-3777-7CAFDE5B083F}"/>
              </a:ext>
            </a:extLst>
          </p:cNvPr>
          <p:cNvSpPr>
            <a:spLocks noGrp="1"/>
          </p:cNvSpPr>
          <p:nvPr>
            <p:ph type="sldNum" sz="quarter" idx="12"/>
          </p:nvPr>
        </p:nvSpPr>
        <p:spPr/>
        <p:txBody>
          <a:bodyPr/>
          <a:lstStyle/>
          <a:p>
            <a:fld id="{BA31EB0C-5590-401D-B2AF-7A2046961168}" type="slidenum">
              <a:rPr lang="en-IN" smtClean="0"/>
              <a:t>30</a:t>
            </a:fld>
            <a:endParaRPr lang="en-IN"/>
          </a:p>
        </p:txBody>
      </p:sp>
      <p:sp>
        <p:nvSpPr>
          <p:cNvPr id="8" name="Title 1">
            <a:extLst>
              <a:ext uri="{FF2B5EF4-FFF2-40B4-BE49-F238E27FC236}">
                <a16:creationId xmlns:a16="http://schemas.microsoft.com/office/drawing/2014/main" id="{D798790A-3F1F-A3C1-7679-7B6306A37234}"/>
              </a:ext>
            </a:extLst>
          </p:cNvPr>
          <p:cNvSpPr>
            <a:spLocks noGrp="1"/>
          </p:cNvSpPr>
          <p:nvPr>
            <p:ph type="title"/>
          </p:nvPr>
        </p:nvSpPr>
        <p:spPr>
          <a:xfrm>
            <a:off x="578319" y="1393156"/>
            <a:ext cx="11353800" cy="147204"/>
          </a:xfrm>
        </p:spPr>
        <p:txBody>
          <a:bodyPr>
            <a:normAutofit fontScale="90000"/>
          </a:bodyPr>
          <a:lstStyle/>
          <a:p>
            <a:r>
              <a:rPr lang="en-US" b="1" dirty="0">
                <a:solidFill>
                  <a:srgbClr val="00B050"/>
                </a:solidFill>
                <a:latin typeface="+mn-lt"/>
              </a:rPr>
              <a:t>Construct an AVL tree having the following elements</a:t>
            </a:r>
            <a:br>
              <a:rPr lang="en-US" b="1" dirty="0">
                <a:solidFill>
                  <a:srgbClr val="00B050"/>
                </a:solidFill>
                <a:latin typeface="+mn-lt"/>
              </a:rPr>
            </a:br>
            <a:endParaRPr lang="en-IN" b="1" dirty="0">
              <a:latin typeface="+mn-lt"/>
            </a:endParaRPr>
          </a:p>
        </p:txBody>
      </p:sp>
      <p:graphicFrame>
        <p:nvGraphicFramePr>
          <p:cNvPr id="9" name="Table 8">
            <a:extLst>
              <a:ext uri="{FF2B5EF4-FFF2-40B4-BE49-F238E27FC236}">
                <a16:creationId xmlns:a16="http://schemas.microsoft.com/office/drawing/2014/main" id="{6E42934F-8B1C-EBCC-0C96-BFF028F67041}"/>
              </a:ext>
            </a:extLst>
          </p:cNvPr>
          <p:cNvGraphicFramePr>
            <a:graphicFrameLocks noGrp="1"/>
          </p:cNvGraphicFramePr>
          <p:nvPr/>
        </p:nvGraphicFramePr>
        <p:xfrm>
          <a:off x="997419" y="1719036"/>
          <a:ext cx="10515600" cy="711200"/>
        </p:xfrm>
        <a:graphic>
          <a:graphicData uri="http://schemas.openxmlformats.org/drawingml/2006/table">
            <a:tbl>
              <a:tblPr/>
              <a:tblGrid>
                <a:gridCol w="1168400">
                  <a:extLst>
                    <a:ext uri="{9D8B030D-6E8A-4147-A177-3AD203B41FA5}">
                      <a16:colId xmlns:a16="http://schemas.microsoft.com/office/drawing/2014/main" val="2887028377"/>
                    </a:ext>
                  </a:extLst>
                </a:gridCol>
                <a:gridCol w="1168400">
                  <a:extLst>
                    <a:ext uri="{9D8B030D-6E8A-4147-A177-3AD203B41FA5}">
                      <a16:colId xmlns:a16="http://schemas.microsoft.com/office/drawing/2014/main" val="1429197691"/>
                    </a:ext>
                  </a:extLst>
                </a:gridCol>
                <a:gridCol w="1168400">
                  <a:extLst>
                    <a:ext uri="{9D8B030D-6E8A-4147-A177-3AD203B41FA5}">
                      <a16:colId xmlns:a16="http://schemas.microsoft.com/office/drawing/2014/main" val="1352333606"/>
                    </a:ext>
                  </a:extLst>
                </a:gridCol>
                <a:gridCol w="1168400">
                  <a:extLst>
                    <a:ext uri="{9D8B030D-6E8A-4147-A177-3AD203B41FA5}">
                      <a16:colId xmlns:a16="http://schemas.microsoft.com/office/drawing/2014/main" val="1659318143"/>
                    </a:ext>
                  </a:extLst>
                </a:gridCol>
                <a:gridCol w="1168400">
                  <a:extLst>
                    <a:ext uri="{9D8B030D-6E8A-4147-A177-3AD203B41FA5}">
                      <a16:colId xmlns:a16="http://schemas.microsoft.com/office/drawing/2014/main" val="3703073645"/>
                    </a:ext>
                  </a:extLst>
                </a:gridCol>
                <a:gridCol w="1168400">
                  <a:extLst>
                    <a:ext uri="{9D8B030D-6E8A-4147-A177-3AD203B41FA5}">
                      <a16:colId xmlns:a16="http://schemas.microsoft.com/office/drawing/2014/main" val="3821776635"/>
                    </a:ext>
                  </a:extLst>
                </a:gridCol>
                <a:gridCol w="1168400">
                  <a:extLst>
                    <a:ext uri="{9D8B030D-6E8A-4147-A177-3AD203B41FA5}">
                      <a16:colId xmlns:a16="http://schemas.microsoft.com/office/drawing/2014/main" val="1945072407"/>
                    </a:ext>
                  </a:extLst>
                </a:gridCol>
                <a:gridCol w="1168400">
                  <a:extLst>
                    <a:ext uri="{9D8B030D-6E8A-4147-A177-3AD203B41FA5}">
                      <a16:colId xmlns:a16="http://schemas.microsoft.com/office/drawing/2014/main" val="774203884"/>
                    </a:ext>
                  </a:extLst>
                </a:gridCol>
                <a:gridCol w="1168400">
                  <a:extLst>
                    <a:ext uri="{9D8B030D-6E8A-4147-A177-3AD203B41FA5}">
                      <a16:colId xmlns:a16="http://schemas.microsoft.com/office/drawing/2014/main" val="3496078218"/>
                    </a:ext>
                  </a:extLst>
                </a:gridCol>
              </a:tblGrid>
              <a:tr h="0">
                <a:tc>
                  <a:txBody>
                    <a:bodyPr/>
                    <a:lstStyle/>
                    <a:p>
                      <a:pPr algn="ctr"/>
                      <a:r>
                        <a:rPr lang="en-IN" sz="4000" b="1" dirty="0">
                          <a:effectLst/>
                        </a:rPr>
                        <a:t>10</a:t>
                      </a:r>
                    </a:p>
                  </a:txBody>
                  <a:tcPr marL="50800" marR="50800" marT="50800" marB="50800" anchor="ctr">
                    <a:lnL w="12700" cap="flat" cmpd="sng" algn="ctr">
                      <a:solidFill>
                        <a:srgbClr val="90C52C"/>
                      </a:solidFill>
                      <a:prstDash val="solid"/>
                      <a:round/>
                      <a:headEnd type="none" w="med" len="med"/>
                      <a:tailEnd type="none" w="med" len="med"/>
                    </a:lnL>
                    <a:lnR w="12700" cap="flat" cmpd="sng" algn="ctr">
                      <a:solidFill>
                        <a:srgbClr val="10D92C"/>
                      </a:solidFill>
                      <a:prstDash val="solid"/>
                      <a:round/>
                      <a:headEnd type="none" w="med" len="med"/>
                      <a:tailEnd type="none" w="med" len="med"/>
                    </a:lnR>
                    <a:lnT w="12700" cap="flat" cmpd="sng" algn="ctr">
                      <a:solidFill>
                        <a:srgbClr val="90C52C"/>
                      </a:solidFill>
                      <a:prstDash val="solid"/>
                      <a:round/>
                      <a:headEnd type="none" w="med" len="med"/>
                      <a:tailEnd type="none" w="med" len="med"/>
                    </a:lnT>
                    <a:lnB w="6350" cap="flat" cmpd="sng" algn="ctr">
                      <a:solidFill>
                        <a:srgbClr val="90C52C"/>
                      </a:solidFill>
                      <a:prstDash val="solid"/>
                      <a:round/>
                      <a:headEnd type="none" w="med" len="med"/>
                      <a:tailEnd type="none" w="med" len="med"/>
                    </a:lnB>
                    <a:solidFill>
                      <a:srgbClr val="FFFFFF"/>
                    </a:solidFill>
                  </a:tcPr>
                </a:tc>
                <a:tc>
                  <a:txBody>
                    <a:bodyPr/>
                    <a:lstStyle/>
                    <a:p>
                      <a:pPr algn="ctr"/>
                      <a:r>
                        <a:rPr lang="en-IN" sz="4000" b="1">
                          <a:effectLst/>
                        </a:rPr>
                        <a:t>15</a:t>
                      </a:r>
                    </a:p>
                  </a:txBody>
                  <a:tcPr marL="50800" marR="50800" marT="50800" marB="50800" anchor="ctr">
                    <a:lnL w="12700" cap="flat" cmpd="sng" algn="ctr">
                      <a:solidFill>
                        <a:srgbClr val="10D92C"/>
                      </a:solidFill>
                      <a:prstDash val="solid"/>
                      <a:round/>
                      <a:headEnd type="none" w="med" len="med"/>
                      <a:tailEnd type="none" w="med" len="med"/>
                    </a:lnL>
                    <a:lnR w="12700" cap="flat" cmpd="sng" algn="ctr">
                      <a:solidFill>
                        <a:srgbClr val="F0D12C"/>
                      </a:solidFill>
                      <a:prstDash val="solid"/>
                      <a:round/>
                      <a:headEnd type="none" w="med" len="med"/>
                      <a:tailEnd type="none" w="med" len="med"/>
                    </a:lnR>
                    <a:lnT w="12700" cap="flat" cmpd="sng" algn="ctr">
                      <a:solidFill>
                        <a:srgbClr val="10D92C"/>
                      </a:solidFill>
                      <a:prstDash val="solid"/>
                      <a:round/>
                      <a:headEnd type="none" w="med" len="med"/>
                      <a:tailEnd type="none" w="med" len="med"/>
                    </a:lnT>
                    <a:lnB w="6350" cap="flat" cmpd="sng" algn="ctr">
                      <a:solidFill>
                        <a:srgbClr val="10D92C"/>
                      </a:solidFill>
                      <a:prstDash val="solid"/>
                      <a:round/>
                      <a:headEnd type="none" w="med" len="med"/>
                      <a:tailEnd type="none" w="med" len="med"/>
                    </a:lnB>
                    <a:solidFill>
                      <a:srgbClr val="FFFFFF"/>
                    </a:solidFill>
                  </a:tcPr>
                </a:tc>
                <a:tc>
                  <a:txBody>
                    <a:bodyPr/>
                    <a:lstStyle/>
                    <a:p>
                      <a:pPr algn="ctr"/>
                      <a:r>
                        <a:rPr lang="en-IN" sz="4000" b="1" dirty="0">
                          <a:effectLst/>
                        </a:rPr>
                        <a:t>20</a:t>
                      </a:r>
                    </a:p>
                  </a:txBody>
                  <a:tcPr marL="50800" marR="50800" marT="50800" marB="50800" anchor="ctr">
                    <a:lnL w="12700" cap="flat" cmpd="sng" algn="ctr">
                      <a:solidFill>
                        <a:srgbClr val="F0D12C"/>
                      </a:solidFill>
                      <a:prstDash val="solid"/>
                      <a:round/>
                      <a:headEnd type="none" w="med" len="med"/>
                      <a:tailEnd type="none" w="med" len="med"/>
                    </a:lnL>
                    <a:lnR w="12700" cap="flat" cmpd="sng" algn="ctr">
                      <a:solidFill>
                        <a:srgbClr val="D0D62C"/>
                      </a:solidFill>
                      <a:prstDash val="solid"/>
                      <a:round/>
                      <a:headEnd type="none" w="med" len="med"/>
                      <a:tailEnd type="none" w="med" len="med"/>
                    </a:lnR>
                    <a:lnT w="12700" cap="flat" cmpd="sng" algn="ctr">
                      <a:solidFill>
                        <a:srgbClr val="F0D12C"/>
                      </a:solidFill>
                      <a:prstDash val="solid"/>
                      <a:round/>
                      <a:headEnd type="none" w="med" len="med"/>
                      <a:tailEnd type="none" w="med" len="med"/>
                    </a:lnT>
                    <a:lnB w="6350" cap="flat" cmpd="sng" algn="ctr">
                      <a:solidFill>
                        <a:srgbClr val="F0D12C"/>
                      </a:solidFill>
                      <a:prstDash val="solid"/>
                      <a:round/>
                      <a:headEnd type="none" w="med" len="med"/>
                      <a:tailEnd type="none" w="med" len="med"/>
                    </a:lnB>
                    <a:solidFill>
                      <a:srgbClr val="FFFFFF"/>
                    </a:solidFill>
                  </a:tcPr>
                </a:tc>
                <a:tc>
                  <a:txBody>
                    <a:bodyPr/>
                    <a:lstStyle/>
                    <a:p>
                      <a:pPr algn="ctr"/>
                      <a:r>
                        <a:rPr lang="en-IN" sz="4000" b="1" dirty="0">
                          <a:effectLst/>
                        </a:rPr>
                        <a:t>9</a:t>
                      </a:r>
                    </a:p>
                  </a:txBody>
                  <a:tcPr marL="50800" marR="50800" marT="50800" marB="50800" anchor="ctr">
                    <a:lnL w="12700" cap="flat" cmpd="sng" algn="ctr">
                      <a:solidFill>
                        <a:srgbClr val="D0D62C"/>
                      </a:solidFill>
                      <a:prstDash val="solid"/>
                      <a:round/>
                      <a:headEnd type="none" w="med" len="med"/>
                      <a:tailEnd type="none" w="med" len="med"/>
                    </a:lnL>
                    <a:lnR w="12700" cap="flat" cmpd="sng" algn="ctr">
                      <a:solidFill>
                        <a:srgbClr val="90D72C"/>
                      </a:solidFill>
                      <a:prstDash val="solid"/>
                      <a:round/>
                      <a:headEnd type="none" w="med" len="med"/>
                      <a:tailEnd type="none" w="med" len="med"/>
                    </a:lnR>
                    <a:lnT w="12700" cap="flat" cmpd="sng" algn="ctr">
                      <a:solidFill>
                        <a:srgbClr val="D0D62C"/>
                      </a:solidFill>
                      <a:prstDash val="solid"/>
                      <a:round/>
                      <a:headEnd type="none" w="med" len="med"/>
                      <a:tailEnd type="none" w="med" len="med"/>
                    </a:lnT>
                    <a:lnB w="6350" cap="flat" cmpd="sng" algn="ctr">
                      <a:solidFill>
                        <a:srgbClr val="D0D62C"/>
                      </a:solidFill>
                      <a:prstDash val="solid"/>
                      <a:round/>
                      <a:headEnd type="none" w="med" len="med"/>
                      <a:tailEnd type="none" w="med" len="med"/>
                    </a:lnB>
                    <a:solidFill>
                      <a:srgbClr val="FFFF00"/>
                    </a:solidFill>
                  </a:tcPr>
                </a:tc>
                <a:tc>
                  <a:txBody>
                    <a:bodyPr/>
                    <a:lstStyle/>
                    <a:p>
                      <a:pPr algn="ctr"/>
                      <a:r>
                        <a:rPr lang="en-IN" sz="4000" b="1" dirty="0">
                          <a:effectLst/>
                        </a:rPr>
                        <a:t>5</a:t>
                      </a:r>
                    </a:p>
                  </a:txBody>
                  <a:tcPr marL="50800" marR="50800" marT="50800" marB="50800" anchor="ctr">
                    <a:lnL w="12700" cap="flat" cmpd="sng" algn="ctr">
                      <a:solidFill>
                        <a:srgbClr val="90D72C"/>
                      </a:solidFill>
                      <a:prstDash val="solid"/>
                      <a:round/>
                      <a:headEnd type="none" w="med" len="med"/>
                      <a:tailEnd type="none" w="med" len="med"/>
                    </a:lnL>
                    <a:lnR w="12700" cap="flat" cmpd="sng" algn="ctr">
                      <a:solidFill>
                        <a:srgbClr val="00D12C"/>
                      </a:solidFill>
                      <a:prstDash val="solid"/>
                      <a:round/>
                      <a:headEnd type="none" w="med" len="med"/>
                      <a:tailEnd type="none" w="med" len="med"/>
                    </a:lnR>
                    <a:lnT w="12700" cap="flat" cmpd="sng" algn="ctr">
                      <a:solidFill>
                        <a:srgbClr val="90D72C"/>
                      </a:solidFill>
                      <a:prstDash val="solid"/>
                      <a:round/>
                      <a:headEnd type="none" w="med" len="med"/>
                      <a:tailEnd type="none" w="med" len="med"/>
                    </a:lnT>
                    <a:lnB w="6350" cap="flat" cmpd="sng" algn="ctr">
                      <a:solidFill>
                        <a:srgbClr val="90D72C"/>
                      </a:solidFill>
                      <a:prstDash val="solid"/>
                      <a:round/>
                      <a:headEnd type="none" w="med" len="med"/>
                      <a:tailEnd type="none" w="med" len="med"/>
                    </a:lnB>
                    <a:solidFill>
                      <a:srgbClr val="FFFFFF"/>
                    </a:solidFill>
                  </a:tcPr>
                </a:tc>
                <a:tc>
                  <a:txBody>
                    <a:bodyPr/>
                    <a:lstStyle/>
                    <a:p>
                      <a:pPr algn="ctr"/>
                      <a:r>
                        <a:rPr lang="en-IN" sz="4000" b="1">
                          <a:effectLst/>
                        </a:rPr>
                        <a:t>16</a:t>
                      </a:r>
                    </a:p>
                  </a:txBody>
                  <a:tcPr marL="50800" marR="50800" marT="50800" marB="50800" anchor="ctr">
                    <a:lnL w="12700" cap="flat" cmpd="sng" algn="ctr">
                      <a:solidFill>
                        <a:srgbClr val="00D12C"/>
                      </a:solidFill>
                      <a:prstDash val="solid"/>
                      <a:round/>
                      <a:headEnd type="none" w="med" len="med"/>
                      <a:tailEnd type="none" w="med" len="med"/>
                    </a:lnL>
                    <a:lnR w="12700" cap="flat" cmpd="sng" algn="ctr">
                      <a:solidFill>
                        <a:srgbClr val="B0D52C"/>
                      </a:solidFill>
                      <a:prstDash val="solid"/>
                      <a:round/>
                      <a:headEnd type="none" w="med" len="med"/>
                      <a:tailEnd type="none" w="med" len="med"/>
                    </a:lnR>
                    <a:lnT w="12700" cap="flat" cmpd="sng" algn="ctr">
                      <a:solidFill>
                        <a:srgbClr val="00D12C"/>
                      </a:solidFill>
                      <a:prstDash val="solid"/>
                      <a:round/>
                      <a:headEnd type="none" w="med" len="med"/>
                      <a:tailEnd type="none" w="med" len="med"/>
                    </a:lnT>
                    <a:lnB w="6350" cap="flat" cmpd="sng" algn="ctr">
                      <a:solidFill>
                        <a:srgbClr val="00D12C"/>
                      </a:solidFill>
                      <a:prstDash val="solid"/>
                      <a:round/>
                      <a:headEnd type="none" w="med" len="med"/>
                      <a:tailEnd type="none" w="med" len="med"/>
                    </a:lnB>
                    <a:solidFill>
                      <a:srgbClr val="FFFFFF"/>
                    </a:solidFill>
                  </a:tcPr>
                </a:tc>
                <a:tc>
                  <a:txBody>
                    <a:bodyPr/>
                    <a:lstStyle/>
                    <a:p>
                      <a:pPr algn="ctr"/>
                      <a:r>
                        <a:rPr lang="en-IN" sz="4000" b="1" dirty="0">
                          <a:effectLst/>
                        </a:rPr>
                        <a:t>17</a:t>
                      </a:r>
                    </a:p>
                  </a:txBody>
                  <a:tcPr marL="50800" marR="50800" marT="50800" marB="50800" anchor="ctr">
                    <a:lnL w="12700" cap="flat" cmpd="sng" algn="ctr">
                      <a:solidFill>
                        <a:srgbClr val="B0D52C"/>
                      </a:solidFill>
                      <a:prstDash val="solid"/>
                      <a:round/>
                      <a:headEnd type="none" w="med" len="med"/>
                      <a:tailEnd type="none" w="med" len="med"/>
                    </a:lnL>
                    <a:lnR w="12700" cap="flat" cmpd="sng" algn="ctr">
                      <a:solidFill>
                        <a:srgbClr val="20E42C"/>
                      </a:solidFill>
                      <a:prstDash val="solid"/>
                      <a:round/>
                      <a:headEnd type="none" w="med" len="med"/>
                      <a:tailEnd type="none" w="med" len="med"/>
                    </a:lnR>
                    <a:lnT w="12700" cap="flat" cmpd="sng" algn="ctr">
                      <a:solidFill>
                        <a:srgbClr val="B0D52C"/>
                      </a:solidFill>
                      <a:prstDash val="solid"/>
                      <a:round/>
                      <a:headEnd type="none" w="med" len="med"/>
                      <a:tailEnd type="none" w="med" len="med"/>
                    </a:lnT>
                    <a:lnB w="6350" cap="flat" cmpd="sng" algn="ctr">
                      <a:solidFill>
                        <a:srgbClr val="B0D52C"/>
                      </a:solidFill>
                      <a:prstDash val="solid"/>
                      <a:round/>
                      <a:headEnd type="none" w="med" len="med"/>
                      <a:tailEnd type="none" w="med" len="med"/>
                    </a:lnB>
                    <a:solidFill>
                      <a:srgbClr val="FFFFFF"/>
                    </a:solidFill>
                  </a:tcPr>
                </a:tc>
                <a:tc>
                  <a:txBody>
                    <a:bodyPr/>
                    <a:lstStyle/>
                    <a:p>
                      <a:pPr algn="ctr"/>
                      <a:r>
                        <a:rPr lang="en-IN" sz="4000" b="1" dirty="0">
                          <a:effectLst/>
                        </a:rPr>
                        <a:t>8</a:t>
                      </a:r>
                    </a:p>
                  </a:txBody>
                  <a:tcPr marL="50800" marR="50800" marT="50800" marB="50800" anchor="ctr">
                    <a:lnL w="12700" cap="flat" cmpd="sng" algn="ctr">
                      <a:solidFill>
                        <a:srgbClr val="20E42C"/>
                      </a:solidFill>
                      <a:prstDash val="solid"/>
                      <a:round/>
                      <a:headEnd type="none" w="med" len="med"/>
                      <a:tailEnd type="none" w="med" len="med"/>
                    </a:lnL>
                    <a:lnR w="12700" cap="flat" cmpd="sng" algn="ctr">
                      <a:solidFill>
                        <a:srgbClr val="F0DD2C"/>
                      </a:solidFill>
                      <a:prstDash val="solid"/>
                      <a:round/>
                      <a:headEnd type="none" w="med" len="med"/>
                      <a:tailEnd type="none" w="med" len="med"/>
                    </a:lnR>
                    <a:lnT w="12700" cap="flat" cmpd="sng" algn="ctr">
                      <a:solidFill>
                        <a:srgbClr val="20E42C"/>
                      </a:solidFill>
                      <a:prstDash val="solid"/>
                      <a:round/>
                      <a:headEnd type="none" w="med" len="med"/>
                      <a:tailEnd type="none" w="med" len="med"/>
                    </a:lnT>
                    <a:lnB w="6350" cap="flat" cmpd="sng" algn="ctr">
                      <a:solidFill>
                        <a:srgbClr val="20E42C"/>
                      </a:solidFill>
                      <a:prstDash val="solid"/>
                      <a:round/>
                      <a:headEnd type="none" w="med" len="med"/>
                      <a:tailEnd type="none" w="med" len="med"/>
                    </a:lnB>
                    <a:solidFill>
                      <a:srgbClr val="FFFFFF"/>
                    </a:solidFill>
                  </a:tcPr>
                </a:tc>
                <a:tc>
                  <a:txBody>
                    <a:bodyPr/>
                    <a:lstStyle/>
                    <a:p>
                      <a:pPr algn="ctr"/>
                      <a:r>
                        <a:rPr lang="en-IN" sz="4000" b="1" dirty="0">
                          <a:effectLst/>
                        </a:rPr>
                        <a:t>6</a:t>
                      </a:r>
                    </a:p>
                  </a:txBody>
                  <a:tcPr marL="50800" marR="50800" marT="50800" marB="50800" anchor="ctr">
                    <a:lnL w="12700" cap="flat" cmpd="sng" algn="ctr">
                      <a:solidFill>
                        <a:srgbClr val="F0DD2C"/>
                      </a:solidFill>
                      <a:prstDash val="solid"/>
                      <a:round/>
                      <a:headEnd type="none" w="med" len="med"/>
                      <a:tailEnd type="none" w="med" len="med"/>
                    </a:lnL>
                    <a:lnR w="6350" cap="flat" cmpd="sng" algn="ctr">
                      <a:solidFill>
                        <a:srgbClr val="F0DD2C"/>
                      </a:solidFill>
                      <a:prstDash val="solid"/>
                      <a:round/>
                      <a:headEnd type="none" w="med" len="med"/>
                      <a:tailEnd type="none" w="med" len="med"/>
                    </a:lnR>
                    <a:lnT w="12700" cap="flat" cmpd="sng" algn="ctr">
                      <a:solidFill>
                        <a:srgbClr val="F0DD2C"/>
                      </a:solidFill>
                      <a:prstDash val="solid"/>
                      <a:round/>
                      <a:headEnd type="none" w="med" len="med"/>
                      <a:tailEnd type="none" w="med" len="med"/>
                    </a:lnT>
                    <a:lnB w="6350" cap="flat" cmpd="sng" algn="ctr">
                      <a:solidFill>
                        <a:srgbClr val="F0DD2C"/>
                      </a:solidFill>
                      <a:prstDash val="solid"/>
                      <a:round/>
                      <a:headEnd type="none" w="med" len="med"/>
                      <a:tailEnd type="none" w="med" len="med"/>
                    </a:lnB>
                    <a:solidFill>
                      <a:srgbClr val="FFFFFF"/>
                    </a:solidFill>
                  </a:tcPr>
                </a:tc>
                <a:extLst>
                  <a:ext uri="{0D108BD9-81ED-4DB2-BD59-A6C34878D82A}">
                    <a16:rowId xmlns:a16="http://schemas.microsoft.com/office/drawing/2014/main" val="2293886370"/>
                  </a:ext>
                </a:extLst>
              </a:tr>
            </a:tbl>
          </a:graphicData>
        </a:graphic>
      </p:graphicFrame>
      <p:pic>
        <p:nvPicPr>
          <p:cNvPr id="5122" name="Picture 2" descr="Inserting a New Node 9 in AVL Tree">
            <a:extLst>
              <a:ext uri="{FF2B5EF4-FFF2-40B4-BE49-F238E27FC236}">
                <a16:creationId xmlns:a16="http://schemas.microsoft.com/office/drawing/2014/main" id="{87A6128F-4DBC-2D6B-35D3-944CF8C4BD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6362" y="2682081"/>
            <a:ext cx="1819275" cy="2638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70175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2B95D9CE-1D7B-CEE2-1EF3-CD34BA469734}"/>
              </a:ext>
            </a:extLst>
          </p:cNvPr>
          <p:cNvSpPr>
            <a:spLocks noGrp="1"/>
          </p:cNvSpPr>
          <p:nvPr>
            <p:ph type="dt" sz="half" idx="10"/>
          </p:nvPr>
        </p:nvSpPr>
        <p:spPr/>
        <p:txBody>
          <a:bodyPr/>
          <a:lstStyle/>
          <a:p>
            <a:fld id="{FABB2E1D-E5E2-43B6-8B43-43208BB5E573}" type="datetime1">
              <a:rPr lang="en-IN" smtClean="0"/>
              <a:t>02-05-2024</a:t>
            </a:fld>
            <a:endParaRPr lang="en-IN"/>
          </a:p>
        </p:txBody>
      </p:sp>
      <p:sp>
        <p:nvSpPr>
          <p:cNvPr id="6" name="Footer Placeholder 5">
            <a:extLst>
              <a:ext uri="{FF2B5EF4-FFF2-40B4-BE49-F238E27FC236}">
                <a16:creationId xmlns:a16="http://schemas.microsoft.com/office/drawing/2014/main" id="{A2DCF7E0-E52D-C489-B5C3-09A6AC767DA6}"/>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DD5F4481-645C-FCC0-5F42-DC539581090F}"/>
              </a:ext>
            </a:extLst>
          </p:cNvPr>
          <p:cNvSpPr>
            <a:spLocks noGrp="1"/>
          </p:cNvSpPr>
          <p:nvPr>
            <p:ph type="sldNum" sz="quarter" idx="12"/>
          </p:nvPr>
        </p:nvSpPr>
        <p:spPr/>
        <p:txBody>
          <a:bodyPr/>
          <a:lstStyle/>
          <a:p>
            <a:fld id="{BA31EB0C-5590-401D-B2AF-7A2046961168}" type="slidenum">
              <a:rPr lang="en-IN" smtClean="0"/>
              <a:t>31</a:t>
            </a:fld>
            <a:endParaRPr lang="en-IN"/>
          </a:p>
        </p:txBody>
      </p:sp>
      <p:sp>
        <p:nvSpPr>
          <p:cNvPr id="8" name="Title 1">
            <a:extLst>
              <a:ext uri="{FF2B5EF4-FFF2-40B4-BE49-F238E27FC236}">
                <a16:creationId xmlns:a16="http://schemas.microsoft.com/office/drawing/2014/main" id="{4A3355D0-E747-E15E-A097-94B3076E747A}"/>
              </a:ext>
            </a:extLst>
          </p:cNvPr>
          <p:cNvSpPr>
            <a:spLocks noGrp="1"/>
          </p:cNvSpPr>
          <p:nvPr>
            <p:ph type="title"/>
          </p:nvPr>
        </p:nvSpPr>
        <p:spPr>
          <a:xfrm>
            <a:off x="578319" y="1393156"/>
            <a:ext cx="11353800" cy="147204"/>
          </a:xfrm>
        </p:spPr>
        <p:txBody>
          <a:bodyPr>
            <a:normAutofit fontScale="90000"/>
          </a:bodyPr>
          <a:lstStyle/>
          <a:p>
            <a:r>
              <a:rPr lang="en-US" b="1" dirty="0">
                <a:solidFill>
                  <a:srgbClr val="00B050"/>
                </a:solidFill>
                <a:latin typeface="+mn-lt"/>
              </a:rPr>
              <a:t>Construct an AVL tree having the following elements</a:t>
            </a:r>
            <a:br>
              <a:rPr lang="en-US" b="1" dirty="0">
                <a:solidFill>
                  <a:srgbClr val="00B050"/>
                </a:solidFill>
                <a:latin typeface="+mn-lt"/>
              </a:rPr>
            </a:br>
            <a:endParaRPr lang="en-IN" b="1" dirty="0">
              <a:latin typeface="+mn-lt"/>
            </a:endParaRPr>
          </a:p>
        </p:txBody>
      </p:sp>
      <p:graphicFrame>
        <p:nvGraphicFramePr>
          <p:cNvPr id="9" name="Table 8">
            <a:extLst>
              <a:ext uri="{FF2B5EF4-FFF2-40B4-BE49-F238E27FC236}">
                <a16:creationId xmlns:a16="http://schemas.microsoft.com/office/drawing/2014/main" id="{8E35A34D-680C-5DB8-E946-6A38F0397064}"/>
              </a:ext>
            </a:extLst>
          </p:cNvPr>
          <p:cNvGraphicFramePr>
            <a:graphicFrameLocks noGrp="1"/>
          </p:cNvGraphicFramePr>
          <p:nvPr/>
        </p:nvGraphicFramePr>
        <p:xfrm>
          <a:off x="997419" y="1719036"/>
          <a:ext cx="10515600" cy="711200"/>
        </p:xfrm>
        <a:graphic>
          <a:graphicData uri="http://schemas.openxmlformats.org/drawingml/2006/table">
            <a:tbl>
              <a:tblPr/>
              <a:tblGrid>
                <a:gridCol w="1168400">
                  <a:extLst>
                    <a:ext uri="{9D8B030D-6E8A-4147-A177-3AD203B41FA5}">
                      <a16:colId xmlns:a16="http://schemas.microsoft.com/office/drawing/2014/main" val="2887028377"/>
                    </a:ext>
                  </a:extLst>
                </a:gridCol>
                <a:gridCol w="1168400">
                  <a:extLst>
                    <a:ext uri="{9D8B030D-6E8A-4147-A177-3AD203B41FA5}">
                      <a16:colId xmlns:a16="http://schemas.microsoft.com/office/drawing/2014/main" val="1429197691"/>
                    </a:ext>
                  </a:extLst>
                </a:gridCol>
                <a:gridCol w="1168400">
                  <a:extLst>
                    <a:ext uri="{9D8B030D-6E8A-4147-A177-3AD203B41FA5}">
                      <a16:colId xmlns:a16="http://schemas.microsoft.com/office/drawing/2014/main" val="1352333606"/>
                    </a:ext>
                  </a:extLst>
                </a:gridCol>
                <a:gridCol w="1168400">
                  <a:extLst>
                    <a:ext uri="{9D8B030D-6E8A-4147-A177-3AD203B41FA5}">
                      <a16:colId xmlns:a16="http://schemas.microsoft.com/office/drawing/2014/main" val="1659318143"/>
                    </a:ext>
                  </a:extLst>
                </a:gridCol>
                <a:gridCol w="1168400">
                  <a:extLst>
                    <a:ext uri="{9D8B030D-6E8A-4147-A177-3AD203B41FA5}">
                      <a16:colId xmlns:a16="http://schemas.microsoft.com/office/drawing/2014/main" val="3703073645"/>
                    </a:ext>
                  </a:extLst>
                </a:gridCol>
                <a:gridCol w="1168400">
                  <a:extLst>
                    <a:ext uri="{9D8B030D-6E8A-4147-A177-3AD203B41FA5}">
                      <a16:colId xmlns:a16="http://schemas.microsoft.com/office/drawing/2014/main" val="3821776635"/>
                    </a:ext>
                  </a:extLst>
                </a:gridCol>
                <a:gridCol w="1168400">
                  <a:extLst>
                    <a:ext uri="{9D8B030D-6E8A-4147-A177-3AD203B41FA5}">
                      <a16:colId xmlns:a16="http://schemas.microsoft.com/office/drawing/2014/main" val="1945072407"/>
                    </a:ext>
                  </a:extLst>
                </a:gridCol>
                <a:gridCol w="1168400">
                  <a:extLst>
                    <a:ext uri="{9D8B030D-6E8A-4147-A177-3AD203B41FA5}">
                      <a16:colId xmlns:a16="http://schemas.microsoft.com/office/drawing/2014/main" val="774203884"/>
                    </a:ext>
                  </a:extLst>
                </a:gridCol>
                <a:gridCol w="1168400">
                  <a:extLst>
                    <a:ext uri="{9D8B030D-6E8A-4147-A177-3AD203B41FA5}">
                      <a16:colId xmlns:a16="http://schemas.microsoft.com/office/drawing/2014/main" val="3496078218"/>
                    </a:ext>
                  </a:extLst>
                </a:gridCol>
              </a:tblGrid>
              <a:tr h="0">
                <a:tc>
                  <a:txBody>
                    <a:bodyPr/>
                    <a:lstStyle/>
                    <a:p>
                      <a:pPr algn="ctr"/>
                      <a:r>
                        <a:rPr lang="en-IN" sz="4000" b="1" dirty="0">
                          <a:effectLst/>
                        </a:rPr>
                        <a:t>10</a:t>
                      </a:r>
                    </a:p>
                  </a:txBody>
                  <a:tcPr marL="50800" marR="50800" marT="50800" marB="50800" anchor="ctr">
                    <a:lnL w="12700" cap="flat" cmpd="sng" algn="ctr">
                      <a:solidFill>
                        <a:srgbClr val="90C52C"/>
                      </a:solidFill>
                      <a:prstDash val="solid"/>
                      <a:round/>
                      <a:headEnd type="none" w="med" len="med"/>
                      <a:tailEnd type="none" w="med" len="med"/>
                    </a:lnL>
                    <a:lnR w="12700" cap="flat" cmpd="sng" algn="ctr">
                      <a:solidFill>
                        <a:srgbClr val="10D92C"/>
                      </a:solidFill>
                      <a:prstDash val="solid"/>
                      <a:round/>
                      <a:headEnd type="none" w="med" len="med"/>
                      <a:tailEnd type="none" w="med" len="med"/>
                    </a:lnR>
                    <a:lnT w="12700" cap="flat" cmpd="sng" algn="ctr">
                      <a:solidFill>
                        <a:srgbClr val="90C52C"/>
                      </a:solidFill>
                      <a:prstDash val="solid"/>
                      <a:round/>
                      <a:headEnd type="none" w="med" len="med"/>
                      <a:tailEnd type="none" w="med" len="med"/>
                    </a:lnT>
                    <a:lnB w="6350" cap="flat" cmpd="sng" algn="ctr">
                      <a:solidFill>
                        <a:srgbClr val="90C52C"/>
                      </a:solidFill>
                      <a:prstDash val="solid"/>
                      <a:round/>
                      <a:headEnd type="none" w="med" len="med"/>
                      <a:tailEnd type="none" w="med" len="med"/>
                    </a:lnB>
                    <a:solidFill>
                      <a:srgbClr val="FFFFFF"/>
                    </a:solidFill>
                  </a:tcPr>
                </a:tc>
                <a:tc>
                  <a:txBody>
                    <a:bodyPr/>
                    <a:lstStyle/>
                    <a:p>
                      <a:pPr algn="ctr"/>
                      <a:r>
                        <a:rPr lang="en-IN" sz="4000" b="1">
                          <a:effectLst/>
                        </a:rPr>
                        <a:t>15</a:t>
                      </a:r>
                    </a:p>
                  </a:txBody>
                  <a:tcPr marL="50800" marR="50800" marT="50800" marB="50800" anchor="ctr">
                    <a:lnL w="12700" cap="flat" cmpd="sng" algn="ctr">
                      <a:solidFill>
                        <a:srgbClr val="10D92C"/>
                      </a:solidFill>
                      <a:prstDash val="solid"/>
                      <a:round/>
                      <a:headEnd type="none" w="med" len="med"/>
                      <a:tailEnd type="none" w="med" len="med"/>
                    </a:lnL>
                    <a:lnR w="12700" cap="flat" cmpd="sng" algn="ctr">
                      <a:solidFill>
                        <a:srgbClr val="F0D12C"/>
                      </a:solidFill>
                      <a:prstDash val="solid"/>
                      <a:round/>
                      <a:headEnd type="none" w="med" len="med"/>
                      <a:tailEnd type="none" w="med" len="med"/>
                    </a:lnR>
                    <a:lnT w="12700" cap="flat" cmpd="sng" algn="ctr">
                      <a:solidFill>
                        <a:srgbClr val="10D92C"/>
                      </a:solidFill>
                      <a:prstDash val="solid"/>
                      <a:round/>
                      <a:headEnd type="none" w="med" len="med"/>
                      <a:tailEnd type="none" w="med" len="med"/>
                    </a:lnT>
                    <a:lnB w="6350" cap="flat" cmpd="sng" algn="ctr">
                      <a:solidFill>
                        <a:srgbClr val="10D92C"/>
                      </a:solidFill>
                      <a:prstDash val="solid"/>
                      <a:round/>
                      <a:headEnd type="none" w="med" len="med"/>
                      <a:tailEnd type="none" w="med" len="med"/>
                    </a:lnB>
                    <a:solidFill>
                      <a:srgbClr val="FFFFFF"/>
                    </a:solidFill>
                  </a:tcPr>
                </a:tc>
                <a:tc>
                  <a:txBody>
                    <a:bodyPr/>
                    <a:lstStyle/>
                    <a:p>
                      <a:pPr algn="ctr"/>
                      <a:r>
                        <a:rPr lang="en-IN" sz="4000" b="1" dirty="0">
                          <a:effectLst/>
                        </a:rPr>
                        <a:t>20</a:t>
                      </a:r>
                    </a:p>
                  </a:txBody>
                  <a:tcPr marL="50800" marR="50800" marT="50800" marB="50800" anchor="ctr">
                    <a:lnL w="12700" cap="flat" cmpd="sng" algn="ctr">
                      <a:solidFill>
                        <a:srgbClr val="F0D12C"/>
                      </a:solidFill>
                      <a:prstDash val="solid"/>
                      <a:round/>
                      <a:headEnd type="none" w="med" len="med"/>
                      <a:tailEnd type="none" w="med" len="med"/>
                    </a:lnL>
                    <a:lnR w="12700" cap="flat" cmpd="sng" algn="ctr">
                      <a:solidFill>
                        <a:srgbClr val="D0D62C"/>
                      </a:solidFill>
                      <a:prstDash val="solid"/>
                      <a:round/>
                      <a:headEnd type="none" w="med" len="med"/>
                      <a:tailEnd type="none" w="med" len="med"/>
                    </a:lnR>
                    <a:lnT w="12700" cap="flat" cmpd="sng" algn="ctr">
                      <a:solidFill>
                        <a:srgbClr val="F0D12C"/>
                      </a:solidFill>
                      <a:prstDash val="solid"/>
                      <a:round/>
                      <a:headEnd type="none" w="med" len="med"/>
                      <a:tailEnd type="none" w="med" len="med"/>
                    </a:lnT>
                    <a:lnB w="6350" cap="flat" cmpd="sng" algn="ctr">
                      <a:solidFill>
                        <a:srgbClr val="F0D12C"/>
                      </a:solidFill>
                      <a:prstDash val="solid"/>
                      <a:round/>
                      <a:headEnd type="none" w="med" len="med"/>
                      <a:tailEnd type="none" w="med" len="med"/>
                    </a:lnB>
                    <a:solidFill>
                      <a:srgbClr val="FFFFFF"/>
                    </a:solidFill>
                  </a:tcPr>
                </a:tc>
                <a:tc>
                  <a:txBody>
                    <a:bodyPr/>
                    <a:lstStyle/>
                    <a:p>
                      <a:pPr algn="ctr"/>
                      <a:r>
                        <a:rPr lang="en-IN" sz="4000" b="1" dirty="0">
                          <a:effectLst/>
                        </a:rPr>
                        <a:t>9</a:t>
                      </a:r>
                    </a:p>
                  </a:txBody>
                  <a:tcPr marL="50800" marR="50800" marT="50800" marB="50800" anchor="ctr">
                    <a:lnL w="12700" cap="flat" cmpd="sng" algn="ctr">
                      <a:solidFill>
                        <a:srgbClr val="D0D62C"/>
                      </a:solidFill>
                      <a:prstDash val="solid"/>
                      <a:round/>
                      <a:headEnd type="none" w="med" len="med"/>
                      <a:tailEnd type="none" w="med" len="med"/>
                    </a:lnL>
                    <a:lnR w="12700" cap="flat" cmpd="sng" algn="ctr">
                      <a:solidFill>
                        <a:srgbClr val="90D72C"/>
                      </a:solidFill>
                      <a:prstDash val="solid"/>
                      <a:round/>
                      <a:headEnd type="none" w="med" len="med"/>
                      <a:tailEnd type="none" w="med" len="med"/>
                    </a:lnR>
                    <a:lnT w="12700" cap="flat" cmpd="sng" algn="ctr">
                      <a:solidFill>
                        <a:srgbClr val="D0D62C"/>
                      </a:solidFill>
                      <a:prstDash val="solid"/>
                      <a:round/>
                      <a:headEnd type="none" w="med" len="med"/>
                      <a:tailEnd type="none" w="med" len="med"/>
                    </a:lnT>
                    <a:lnB w="6350" cap="flat" cmpd="sng" algn="ctr">
                      <a:solidFill>
                        <a:srgbClr val="D0D62C"/>
                      </a:solidFill>
                      <a:prstDash val="solid"/>
                      <a:round/>
                      <a:headEnd type="none" w="med" len="med"/>
                      <a:tailEnd type="none" w="med" len="med"/>
                    </a:lnB>
                    <a:solidFill>
                      <a:srgbClr val="FFFFFF"/>
                    </a:solidFill>
                  </a:tcPr>
                </a:tc>
                <a:tc>
                  <a:txBody>
                    <a:bodyPr/>
                    <a:lstStyle/>
                    <a:p>
                      <a:pPr algn="ctr"/>
                      <a:r>
                        <a:rPr lang="en-IN" sz="4000" b="1" dirty="0">
                          <a:effectLst/>
                        </a:rPr>
                        <a:t>5</a:t>
                      </a:r>
                    </a:p>
                  </a:txBody>
                  <a:tcPr marL="50800" marR="50800" marT="50800" marB="50800" anchor="ctr">
                    <a:lnL w="12700" cap="flat" cmpd="sng" algn="ctr">
                      <a:solidFill>
                        <a:srgbClr val="90D72C"/>
                      </a:solidFill>
                      <a:prstDash val="solid"/>
                      <a:round/>
                      <a:headEnd type="none" w="med" len="med"/>
                      <a:tailEnd type="none" w="med" len="med"/>
                    </a:lnL>
                    <a:lnR w="12700" cap="flat" cmpd="sng" algn="ctr">
                      <a:solidFill>
                        <a:srgbClr val="00D12C"/>
                      </a:solidFill>
                      <a:prstDash val="solid"/>
                      <a:round/>
                      <a:headEnd type="none" w="med" len="med"/>
                      <a:tailEnd type="none" w="med" len="med"/>
                    </a:lnR>
                    <a:lnT w="12700" cap="flat" cmpd="sng" algn="ctr">
                      <a:solidFill>
                        <a:srgbClr val="90D72C"/>
                      </a:solidFill>
                      <a:prstDash val="solid"/>
                      <a:round/>
                      <a:headEnd type="none" w="med" len="med"/>
                      <a:tailEnd type="none" w="med" len="med"/>
                    </a:lnT>
                    <a:lnB w="6350" cap="flat" cmpd="sng" algn="ctr">
                      <a:solidFill>
                        <a:srgbClr val="90D72C"/>
                      </a:solidFill>
                      <a:prstDash val="solid"/>
                      <a:round/>
                      <a:headEnd type="none" w="med" len="med"/>
                      <a:tailEnd type="none" w="med" len="med"/>
                    </a:lnB>
                    <a:solidFill>
                      <a:srgbClr val="FFFF00"/>
                    </a:solidFill>
                  </a:tcPr>
                </a:tc>
                <a:tc>
                  <a:txBody>
                    <a:bodyPr/>
                    <a:lstStyle/>
                    <a:p>
                      <a:pPr algn="ctr"/>
                      <a:r>
                        <a:rPr lang="en-IN" sz="4000" b="1">
                          <a:effectLst/>
                        </a:rPr>
                        <a:t>16</a:t>
                      </a:r>
                    </a:p>
                  </a:txBody>
                  <a:tcPr marL="50800" marR="50800" marT="50800" marB="50800" anchor="ctr">
                    <a:lnL w="12700" cap="flat" cmpd="sng" algn="ctr">
                      <a:solidFill>
                        <a:srgbClr val="00D12C"/>
                      </a:solidFill>
                      <a:prstDash val="solid"/>
                      <a:round/>
                      <a:headEnd type="none" w="med" len="med"/>
                      <a:tailEnd type="none" w="med" len="med"/>
                    </a:lnL>
                    <a:lnR w="12700" cap="flat" cmpd="sng" algn="ctr">
                      <a:solidFill>
                        <a:srgbClr val="B0D52C"/>
                      </a:solidFill>
                      <a:prstDash val="solid"/>
                      <a:round/>
                      <a:headEnd type="none" w="med" len="med"/>
                      <a:tailEnd type="none" w="med" len="med"/>
                    </a:lnR>
                    <a:lnT w="12700" cap="flat" cmpd="sng" algn="ctr">
                      <a:solidFill>
                        <a:srgbClr val="00D12C"/>
                      </a:solidFill>
                      <a:prstDash val="solid"/>
                      <a:round/>
                      <a:headEnd type="none" w="med" len="med"/>
                      <a:tailEnd type="none" w="med" len="med"/>
                    </a:lnT>
                    <a:lnB w="6350" cap="flat" cmpd="sng" algn="ctr">
                      <a:solidFill>
                        <a:srgbClr val="00D12C"/>
                      </a:solidFill>
                      <a:prstDash val="solid"/>
                      <a:round/>
                      <a:headEnd type="none" w="med" len="med"/>
                      <a:tailEnd type="none" w="med" len="med"/>
                    </a:lnB>
                    <a:solidFill>
                      <a:srgbClr val="FFFFFF"/>
                    </a:solidFill>
                  </a:tcPr>
                </a:tc>
                <a:tc>
                  <a:txBody>
                    <a:bodyPr/>
                    <a:lstStyle/>
                    <a:p>
                      <a:pPr algn="ctr"/>
                      <a:r>
                        <a:rPr lang="en-IN" sz="4000" b="1" dirty="0">
                          <a:effectLst/>
                        </a:rPr>
                        <a:t>17</a:t>
                      </a:r>
                    </a:p>
                  </a:txBody>
                  <a:tcPr marL="50800" marR="50800" marT="50800" marB="50800" anchor="ctr">
                    <a:lnL w="12700" cap="flat" cmpd="sng" algn="ctr">
                      <a:solidFill>
                        <a:srgbClr val="B0D52C"/>
                      </a:solidFill>
                      <a:prstDash val="solid"/>
                      <a:round/>
                      <a:headEnd type="none" w="med" len="med"/>
                      <a:tailEnd type="none" w="med" len="med"/>
                    </a:lnL>
                    <a:lnR w="12700" cap="flat" cmpd="sng" algn="ctr">
                      <a:solidFill>
                        <a:srgbClr val="20E42C"/>
                      </a:solidFill>
                      <a:prstDash val="solid"/>
                      <a:round/>
                      <a:headEnd type="none" w="med" len="med"/>
                      <a:tailEnd type="none" w="med" len="med"/>
                    </a:lnR>
                    <a:lnT w="12700" cap="flat" cmpd="sng" algn="ctr">
                      <a:solidFill>
                        <a:srgbClr val="B0D52C"/>
                      </a:solidFill>
                      <a:prstDash val="solid"/>
                      <a:round/>
                      <a:headEnd type="none" w="med" len="med"/>
                      <a:tailEnd type="none" w="med" len="med"/>
                    </a:lnT>
                    <a:lnB w="6350" cap="flat" cmpd="sng" algn="ctr">
                      <a:solidFill>
                        <a:srgbClr val="B0D52C"/>
                      </a:solidFill>
                      <a:prstDash val="solid"/>
                      <a:round/>
                      <a:headEnd type="none" w="med" len="med"/>
                      <a:tailEnd type="none" w="med" len="med"/>
                    </a:lnB>
                    <a:solidFill>
                      <a:srgbClr val="FFFFFF"/>
                    </a:solidFill>
                  </a:tcPr>
                </a:tc>
                <a:tc>
                  <a:txBody>
                    <a:bodyPr/>
                    <a:lstStyle/>
                    <a:p>
                      <a:pPr algn="ctr"/>
                      <a:r>
                        <a:rPr lang="en-IN" sz="4000" b="1" dirty="0">
                          <a:effectLst/>
                        </a:rPr>
                        <a:t>8</a:t>
                      </a:r>
                    </a:p>
                  </a:txBody>
                  <a:tcPr marL="50800" marR="50800" marT="50800" marB="50800" anchor="ctr">
                    <a:lnL w="12700" cap="flat" cmpd="sng" algn="ctr">
                      <a:solidFill>
                        <a:srgbClr val="20E42C"/>
                      </a:solidFill>
                      <a:prstDash val="solid"/>
                      <a:round/>
                      <a:headEnd type="none" w="med" len="med"/>
                      <a:tailEnd type="none" w="med" len="med"/>
                    </a:lnL>
                    <a:lnR w="12700" cap="flat" cmpd="sng" algn="ctr">
                      <a:solidFill>
                        <a:srgbClr val="F0DD2C"/>
                      </a:solidFill>
                      <a:prstDash val="solid"/>
                      <a:round/>
                      <a:headEnd type="none" w="med" len="med"/>
                      <a:tailEnd type="none" w="med" len="med"/>
                    </a:lnR>
                    <a:lnT w="12700" cap="flat" cmpd="sng" algn="ctr">
                      <a:solidFill>
                        <a:srgbClr val="20E42C"/>
                      </a:solidFill>
                      <a:prstDash val="solid"/>
                      <a:round/>
                      <a:headEnd type="none" w="med" len="med"/>
                      <a:tailEnd type="none" w="med" len="med"/>
                    </a:lnT>
                    <a:lnB w="6350" cap="flat" cmpd="sng" algn="ctr">
                      <a:solidFill>
                        <a:srgbClr val="20E42C"/>
                      </a:solidFill>
                      <a:prstDash val="solid"/>
                      <a:round/>
                      <a:headEnd type="none" w="med" len="med"/>
                      <a:tailEnd type="none" w="med" len="med"/>
                    </a:lnB>
                    <a:solidFill>
                      <a:srgbClr val="FFFFFF"/>
                    </a:solidFill>
                  </a:tcPr>
                </a:tc>
                <a:tc>
                  <a:txBody>
                    <a:bodyPr/>
                    <a:lstStyle/>
                    <a:p>
                      <a:pPr algn="ctr"/>
                      <a:r>
                        <a:rPr lang="en-IN" sz="4000" b="1" dirty="0">
                          <a:effectLst/>
                        </a:rPr>
                        <a:t>6</a:t>
                      </a:r>
                    </a:p>
                  </a:txBody>
                  <a:tcPr marL="50800" marR="50800" marT="50800" marB="50800" anchor="ctr">
                    <a:lnL w="12700" cap="flat" cmpd="sng" algn="ctr">
                      <a:solidFill>
                        <a:srgbClr val="F0DD2C"/>
                      </a:solidFill>
                      <a:prstDash val="solid"/>
                      <a:round/>
                      <a:headEnd type="none" w="med" len="med"/>
                      <a:tailEnd type="none" w="med" len="med"/>
                    </a:lnL>
                    <a:lnR w="6350" cap="flat" cmpd="sng" algn="ctr">
                      <a:solidFill>
                        <a:srgbClr val="F0DD2C"/>
                      </a:solidFill>
                      <a:prstDash val="solid"/>
                      <a:round/>
                      <a:headEnd type="none" w="med" len="med"/>
                      <a:tailEnd type="none" w="med" len="med"/>
                    </a:lnR>
                    <a:lnT w="12700" cap="flat" cmpd="sng" algn="ctr">
                      <a:solidFill>
                        <a:srgbClr val="F0DD2C"/>
                      </a:solidFill>
                      <a:prstDash val="solid"/>
                      <a:round/>
                      <a:headEnd type="none" w="med" len="med"/>
                      <a:tailEnd type="none" w="med" len="med"/>
                    </a:lnT>
                    <a:lnB w="6350" cap="flat" cmpd="sng" algn="ctr">
                      <a:solidFill>
                        <a:srgbClr val="F0DD2C"/>
                      </a:solidFill>
                      <a:prstDash val="solid"/>
                      <a:round/>
                      <a:headEnd type="none" w="med" len="med"/>
                      <a:tailEnd type="none" w="med" len="med"/>
                    </a:lnB>
                    <a:solidFill>
                      <a:srgbClr val="FFFFFF"/>
                    </a:solidFill>
                  </a:tcPr>
                </a:tc>
                <a:extLst>
                  <a:ext uri="{0D108BD9-81ED-4DB2-BD59-A6C34878D82A}">
                    <a16:rowId xmlns:a16="http://schemas.microsoft.com/office/drawing/2014/main" val="2293886370"/>
                  </a:ext>
                </a:extLst>
              </a:tr>
            </a:tbl>
          </a:graphicData>
        </a:graphic>
      </p:graphicFrame>
      <p:pic>
        <p:nvPicPr>
          <p:cNvPr id="6146" name="Picture 2" descr="Inserting a New Node 5 in AVL Tree">
            <a:extLst>
              <a:ext uri="{FF2B5EF4-FFF2-40B4-BE49-F238E27FC236}">
                <a16:creationId xmlns:a16="http://schemas.microsoft.com/office/drawing/2014/main" id="{99839D60-F2EC-E40B-F386-1A673412C6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9148" y="2608912"/>
            <a:ext cx="683895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82617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B9EE9E40-364D-9739-EBA0-CA7313D4E623}"/>
              </a:ext>
            </a:extLst>
          </p:cNvPr>
          <p:cNvSpPr>
            <a:spLocks noGrp="1"/>
          </p:cNvSpPr>
          <p:nvPr>
            <p:ph type="dt" sz="half" idx="10"/>
          </p:nvPr>
        </p:nvSpPr>
        <p:spPr/>
        <p:txBody>
          <a:bodyPr/>
          <a:lstStyle/>
          <a:p>
            <a:fld id="{8EEC73A4-0905-4FD5-87EE-8CC8DF5320C3}" type="datetime1">
              <a:rPr lang="en-IN" smtClean="0"/>
              <a:t>02-05-2024</a:t>
            </a:fld>
            <a:endParaRPr lang="en-IN"/>
          </a:p>
        </p:txBody>
      </p:sp>
      <p:sp>
        <p:nvSpPr>
          <p:cNvPr id="6" name="Footer Placeholder 5">
            <a:extLst>
              <a:ext uri="{FF2B5EF4-FFF2-40B4-BE49-F238E27FC236}">
                <a16:creationId xmlns:a16="http://schemas.microsoft.com/office/drawing/2014/main" id="{EF44D183-AFA6-3748-F15D-50699E0F7A86}"/>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F2686951-93C3-27AB-B595-2A2B55489F76}"/>
              </a:ext>
            </a:extLst>
          </p:cNvPr>
          <p:cNvSpPr>
            <a:spLocks noGrp="1"/>
          </p:cNvSpPr>
          <p:nvPr>
            <p:ph type="sldNum" sz="quarter" idx="12"/>
          </p:nvPr>
        </p:nvSpPr>
        <p:spPr/>
        <p:txBody>
          <a:bodyPr/>
          <a:lstStyle/>
          <a:p>
            <a:fld id="{BA31EB0C-5590-401D-B2AF-7A2046961168}" type="slidenum">
              <a:rPr lang="en-IN" smtClean="0"/>
              <a:t>32</a:t>
            </a:fld>
            <a:endParaRPr lang="en-IN"/>
          </a:p>
        </p:txBody>
      </p:sp>
      <p:sp>
        <p:nvSpPr>
          <p:cNvPr id="10" name="Title 1">
            <a:extLst>
              <a:ext uri="{FF2B5EF4-FFF2-40B4-BE49-F238E27FC236}">
                <a16:creationId xmlns:a16="http://schemas.microsoft.com/office/drawing/2014/main" id="{E60EA131-DEC4-203D-31F3-1F5FEBC2AF51}"/>
              </a:ext>
            </a:extLst>
          </p:cNvPr>
          <p:cNvSpPr>
            <a:spLocks noGrp="1"/>
          </p:cNvSpPr>
          <p:nvPr>
            <p:ph type="title"/>
          </p:nvPr>
        </p:nvSpPr>
        <p:spPr>
          <a:xfrm>
            <a:off x="578319" y="1393156"/>
            <a:ext cx="11353800" cy="147204"/>
          </a:xfrm>
        </p:spPr>
        <p:txBody>
          <a:bodyPr>
            <a:normAutofit fontScale="90000"/>
          </a:bodyPr>
          <a:lstStyle/>
          <a:p>
            <a:r>
              <a:rPr lang="en-US" b="1" dirty="0">
                <a:solidFill>
                  <a:srgbClr val="00B050"/>
                </a:solidFill>
                <a:latin typeface="+mn-lt"/>
              </a:rPr>
              <a:t>Construct an AVL tree having the following elements</a:t>
            </a:r>
            <a:br>
              <a:rPr lang="en-US" b="1" dirty="0">
                <a:solidFill>
                  <a:srgbClr val="00B050"/>
                </a:solidFill>
                <a:latin typeface="+mn-lt"/>
              </a:rPr>
            </a:br>
            <a:endParaRPr lang="en-IN" b="1" dirty="0">
              <a:latin typeface="+mn-lt"/>
            </a:endParaRPr>
          </a:p>
        </p:txBody>
      </p:sp>
      <p:graphicFrame>
        <p:nvGraphicFramePr>
          <p:cNvPr id="11" name="Table 10">
            <a:extLst>
              <a:ext uri="{FF2B5EF4-FFF2-40B4-BE49-F238E27FC236}">
                <a16:creationId xmlns:a16="http://schemas.microsoft.com/office/drawing/2014/main" id="{E5D6F328-B162-E37D-0723-56AF540868E6}"/>
              </a:ext>
            </a:extLst>
          </p:cNvPr>
          <p:cNvGraphicFramePr>
            <a:graphicFrameLocks noGrp="1"/>
          </p:cNvGraphicFramePr>
          <p:nvPr/>
        </p:nvGraphicFramePr>
        <p:xfrm>
          <a:off x="997419" y="1719036"/>
          <a:ext cx="10515600" cy="711200"/>
        </p:xfrm>
        <a:graphic>
          <a:graphicData uri="http://schemas.openxmlformats.org/drawingml/2006/table">
            <a:tbl>
              <a:tblPr/>
              <a:tblGrid>
                <a:gridCol w="1168400">
                  <a:extLst>
                    <a:ext uri="{9D8B030D-6E8A-4147-A177-3AD203B41FA5}">
                      <a16:colId xmlns:a16="http://schemas.microsoft.com/office/drawing/2014/main" val="2887028377"/>
                    </a:ext>
                  </a:extLst>
                </a:gridCol>
                <a:gridCol w="1168400">
                  <a:extLst>
                    <a:ext uri="{9D8B030D-6E8A-4147-A177-3AD203B41FA5}">
                      <a16:colId xmlns:a16="http://schemas.microsoft.com/office/drawing/2014/main" val="1429197691"/>
                    </a:ext>
                  </a:extLst>
                </a:gridCol>
                <a:gridCol w="1168400">
                  <a:extLst>
                    <a:ext uri="{9D8B030D-6E8A-4147-A177-3AD203B41FA5}">
                      <a16:colId xmlns:a16="http://schemas.microsoft.com/office/drawing/2014/main" val="1352333606"/>
                    </a:ext>
                  </a:extLst>
                </a:gridCol>
                <a:gridCol w="1168400">
                  <a:extLst>
                    <a:ext uri="{9D8B030D-6E8A-4147-A177-3AD203B41FA5}">
                      <a16:colId xmlns:a16="http://schemas.microsoft.com/office/drawing/2014/main" val="1659318143"/>
                    </a:ext>
                  </a:extLst>
                </a:gridCol>
                <a:gridCol w="1168400">
                  <a:extLst>
                    <a:ext uri="{9D8B030D-6E8A-4147-A177-3AD203B41FA5}">
                      <a16:colId xmlns:a16="http://schemas.microsoft.com/office/drawing/2014/main" val="3703073645"/>
                    </a:ext>
                  </a:extLst>
                </a:gridCol>
                <a:gridCol w="1168400">
                  <a:extLst>
                    <a:ext uri="{9D8B030D-6E8A-4147-A177-3AD203B41FA5}">
                      <a16:colId xmlns:a16="http://schemas.microsoft.com/office/drawing/2014/main" val="3821776635"/>
                    </a:ext>
                  </a:extLst>
                </a:gridCol>
                <a:gridCol w="1168400">
                  <a:extLst>
                    <a:ext uri="{9D8B030D-6E8A-4147-A177-3AD203B41FA5}">
                      <a16:colId xmlns:a16="http://schemas.microsoft.com/office/drawing/2014/main" val="1945072407"/>
                    </a:ext>
                  </a:extLst>
                </a:gridCol>
                <a:gridCol w="1168400">
                  <a:extLst>
                    <a:ext uri="{9D8B030D-6E8A-4147-A177-3AD203B41FA5}">
                      <a16:colId xmlns:a16="http://schemas.microsoft.com/office/drawing/2014/main" val="774203884"/>
                    </a:ext>
                  </a:extLst>
                </a:gridCol>
                <a:gridCol w="1168400">
                  <a:extLst>
                    <a:ext uri="{9D8B030D-6E8A-4147-A177-3AD203B41FA5}">
                      <a16:colId xmlns:a16="http://schemas.microsoft.com/office/drawing/2014/main" val="3496078218"/>
                    </a:ext>
                  </a:extLst>
                </a:gridCol>
              </a:tblGrid>
              <a:tr h="0">
                <a:tc>
                  <a:txBody>
                    <a:bodyPr/>
                    <a:lstStyle/>
                    <a:p>
                      <a:pPr algn="ctr"/>
                      <a:r>
                        <a:rPr lang="en-IN" sz="4000" b="1" dirty="0">
                          <a:effectLst/>
                        </a:rPr>
                        <a:t>10</a:t>
                      </a:r>
                    </a:p>
                  </a:txBody>
                  <a:tcPr marL="50800" marR="50800" marT="50800" marB="50800" anchor="ctr">
                    <a:lnL w="12700" cap="flat" cmpd="sng" algn="ctr">
                      <a:solidFill>
                        <a:srgbClr val="90C52C"/>
                      </a:solidFill>
                      <a:prstDash val="solid"/>
                      <a:round/>
                      <a:headEnd type="none" w="med" len="med"/>
                      <a:tailEnd type="none" w="med" len="med"/>
                    </a:lnL>
                    <a:lnR w="12700" cap="flat" cmpd="sng" algn="ctr">
                      <a:solidFill>
                        <a:srgbClr val="10D92C"/>
                      </a:solidFill>
                      <a:prstDash val="solid"/>
                      <a:round/>
                      <a:headEnd type="none" w="med" len="med"/>
                      <a:tailEnd type="none" w="med" len="med"/>
                    </a:lnR>
                    <a:lnT w="12700" cap="flat" cmpd="sng" algn="ctr">
                      <a:solidFill>
                        <a:srgbClr val="90C52C"/>
                      </a:solidFill>
                      <a:prstDash val="solid"/>
                      <a:round/>
                      <a:headEnd type="none" w="med" len="med"/>
                      <a:tailEnd type="none" w="med" len="med"/>
                    </a:lnT>
                    <a:lnB w="6350" cap="flat" cmpd="sng" algn="ctr">
                      <a:solidFill>
                        <a:srgbClr val="90C52C"/>
                      </a:solidFill>
                      <a:prstDash val="solid"/>
                      <a:round/>
                      <a:headEnd type="none" w="med" len="med"/>
                      <a:tailEnd type="none" w="med" len="med"/>
                    </a:lnB>
                    <a:solidFill>
                      <a:srgbClr val="FFFFFF"/>
                    </a:solidFill>
                  </a:tcPr>
                </a:tc>
                <a:tc>
                  <a:txBody>
                    <a:bodyPr/>
                    <a:lstStyle/>
                    <a:p>
                      <a:pPr algn="ctr"/>
                      <a:r>
                        <a:rPr lang="en-IN" sz="4000" b="1">
                          <a:effectLst/>
                        </a:rPr>
                        <a:t>15</a:t>
                      </a:r>
                    </a:p>
                  </a:txBody>
                  <a:tcPr marL="50800" marR="50800" marT="50800" marB="50800" anchor="ctr">
                    <a:lnL w="12700" cap="flat" cmpd="sng" algn="ctr">
                      <a:solidFill>
                        <a:srgbClr val="10D92C"/>
                      </a:solidFill>
                      <a:prstDash val="solid"/>
                      <a:round/>
                      <a:headEnd type="none" w="med" len="med"/>
                      <a:tailEnd type="none" w="med" len="med"/>
                    </a:lnL>
                    <a:lnR w="12700" cap="flat" cmpd="sng" algn="ctr">
                      <a:solidFill>
                        <a:srgbClr val="F0D12C"/>
                      </a:solidFill>
                      <a:prstDash val="solid"/>
                      <a:round/>
                      <a:headEnd type="none" w="med" len="med"/>
                      <a:tailEnd type="none" w="med" len="med"/>
                    </a:lnR>
                    <a:lnT w="12700" cap="flat" cmpd="sng" algn="ctr">
                      <a:solidFill>
                        <a:srgbClr val="10D92C"/>
                      </a:solidFill>
                      <a:prstDash val="solid"/>
                      <a:round/>
                      <a:headEnd type="none" w="med" len="med"/>
                      <a:tailEnd type="none" w="med" len="med"/>
                    </a:lnT>
                    <a:lnB w="6350" cap="flat" cmpd="sng" algn="ctr">
                      <a:solidFill>
                        <a:srgbClr val="10D92C"/>
                      </a:solidFill>
                      <a:prstDash val="solid"/>
                      <a:round/>
                      <a:headEnd type="none" w="med" len="med"/>
                      <a:tailEnd type="none" w="med" len="med"/>
                    </a:lnB>
                    <a:solidFill>
                      <a:srgbClr val="FFFFFF"/>
                    </a:solidFill>
                  </a:tcPr>
                </a:tc>
                <a:tc>
                  <a:txBody>
                    <a:bodyPr/>
                    <a:lstStyle/>
                    <a:p>
                      <a:pPr algn="ctr"/>
                      <a:r>
                        <a:rPr lang="en-IN" sz="4000" b="1" dirty="0">
                          <a:effectLst/>
                        </a:rPr>
                        <a:t>20</a:t>
                      </a:r>
                    </a:p>
                  </a:txBody>
                  <a:tcPr marL="50800" marR="50800" marT="50800" marB="50800" anchor="ctr">
                    <a:lnL w="12700" cap="flat" cmpd="sng" algn="ctr">
                      <a:solidFill>
                        <a:srgbClr val="F0D12C"/>
                      </a:solidFill>
                      <a:prstDash val="solid"/>
                      <a:round/>
                      <a:headEnd type="none" w="med" len="med"/>
                      <a:tailEnd type="none" w="med" len="med"/>
                    </a:lnL>
                    <a:lnR w="12700" cap="flat" cmpd="sng" algn="ctr">
                      <a:solidFill>
                        <a:srgbClr val="D0D62C"/>
                      </a:solidFill>
                      <a:prstDash val="solid"/>
                      <a:round/>
                      <a:headEnd type="none" w="med" len="med"/>
                      <a:tailEnd type="none" w="med" len="med"/>
                    </a:lnR>
                    <a:lnT w="12700" cap="flat" cmpd="sng" algn="ctr">
                      <a:solidFill>
                        <a:srgbClr val="F0D12C"/>
                      </a:solidFill>
                      <a:prstDash val="solid"/>
                      <a:round/>
                      <a:headEnd type="none" w="med" len="med"/>
                      <a:tailEnd type="none" w="med" len="med"/>
                    </a:lnT>
                    <a:lnB w="6350" cap="flat" cmpd="sng" algn="ctr">
                      <a:solidFill>
                        <a:srgbClr val="F0D12C"/>
                      </a:solidFill>
                      <a:prstDash val="solid"/>
                      <a:round/>
                      <a:headEnd type="none" w="med" len="med"/>
                      <a:tailEnd type="none" w="med" len="med"/>
                    </a:lnB>
                    <a:solidFill>
                      <a:srgbClr val="FFFFFF"/>
                    </a:solidFill>
                  </a:tcPr>
                </a:tc>
                <a:tc>
                  <a:txBody>
                    <a:bodyPr/>
                    <a:lstStyle/>
                    <a:p>
                      <a:pPr algn="ctr"/>
                      <a:r>
                        <a:rPr lang="en-IN" sz="4000" b="1" dirty="0">
                          <a:effectLst/>
                        </a:rPr>
                        <a:t>9</a:t>
                      </a:r>
                    </a:p>
                  </a:txBody>
                  <a:tcPr marL="50800" marR="50800" marT="50800" marB="50800" anchor="ctr">
                    <a:lnL w="12700" cap="flat" cmpd="sng" algn="ctr">
                      <a:solidFill>
                        <a:srgbClr val="D0D62C"/>
                      </a:solidFill>
                      <a:prstDash val="solid"/>
                      <a:round/>
                      <a:headEnd type="none" w="med" len="med"/>
                      <a:tailEnd type="none" w="med" len="med"/>
                    </a:lnL>
                    <a:lnR w="12700" cap="flat" cmpd="sng" algn="ctr">
                      <a:solidFill>
                        <a:srgbClr val="90D72C"/>
                      </a:solidFill>
                      <a:prstDash val="solid"/>
                      <a:round/>
                      <a:headEnd type="none" w="med" len="med"/>
                      <a:tailEnd type="none" w="med" len="med"/>
                    </a:lnR>
                    <a:lnT w="12700" cap="flat" cmpd="sng" algn="ctr">
                      <a:solidFill>
                        <a:srgbClr val="D0D62C"/>
                      </a:solidFill>
                      <a:prstDash val="solid"/>
                      <a:round/>
                      <a:headEnd type="none" w="med" len="med"/>
                      <a:tailEnd type="none" w="med" len="med"/>
                    </a:lnT>
                    <a:lnB w="6350" cap="flat" cmpd="sng" algn="ctr">
                      <a:solidFill>
                        <a:srgbClr val="D0D62C"/>
                      </a:solidFill>
                      <a:prstDash val="solid"/>
                      <a:round/>
                      <a:headEnd type="none" w="med" len="med"/>
                      <a:tailEnd type="none" w="med" len="med"/>
                    </a:lnB>
                    <a:solidFill>
                      <a:srgbClr val="FFFFFF"/>
                    </a:solidFill>
                  </a:tcPr>
                </a:tc>
                <a:tc>
                  <a:txBody>
                    <a:bodyPr/>
                    <a:lstStyle/>
                    <a:p>
                      <a:pPr algn="ctr"/>
                      <a:r>
                        <a:rPr lang="en-IN" sz="4000" b="1" dirty="0">
                          <a:effectLst/>
                        </a:rPr>
                        <a:t>5</a:t>
                      </a:r>
                    </a:p>
                  </a:txBody>
                  <a:tcPr marL="50800" marR="50800" marT="50800" marB="50800" anchor="ctr">
                    <a:lnL w="12700" cap="flat" cmpd="sng" algn="ctr">
                      <a:solidFill>
                        <a:srgbClr val="90D72C"/>
                      </a:solidFill>
                      <a:prstDash val="solid"/>
                      <a:round/>
                      <a:headEnd type="none" w="med" len="med"/>
                      <a:tailEnd type="none" w="med" len="med"/>
                    </a:lnL>
                    <a:lnR w="12700" cap="flat" cmpd="sng" algn="ctr">
                      <a:solidFill>
                        <a:srgbClr val="00D12C"/>
                      </a:solidFill>
                      <a:prstDash val="solid"/>
                      <a:round/>
                      <a:headEnd type="none" w="med" len="med"/>
                      <a:tailEnd type="none" w="med" len="med"/>
                    </a:lnR>
                    <a:lnT w="12700" cap="flat" cmpd="sng" algn="ctr">
                      <a:solidFill>
                        <a:srgbClr val="90D72C"/>
                      </a:solidFill>
                      <a:prstDash val="solid"/>
                      <a:round/>
                      <a:headEnd type="none" w="med" len="med"/>
                      <a:tailEnd type="none" w="med" len="med"/>
                    </a:lnT>
                    <a:lnB w="6350" cap="flat" cmpd="sng" algn="ctr">
                      <a:solidFill>
                        <a:srgbClr val="90D72C"/>
                      </a:solidFill>
                      <a:prstDash val="solid"/>
                      <a:round/>
                      <a:headEnd type="none" w="med" len="med"/>
                      <a:tailEnd type="none" w="med" len="med"/>
                    </a:lnB>
                    <a:solidFill>
                      <a:srgbClr val="FFFFFF"/>
                    </a:solidFill>
                  </a:tcPr>
                </a:tc>
                <a:tc>
                  <a:txBody>
                    <a:bodyPr/>
                    <a:lstStyle/>
                    <a:p>
                      <a:pPr algn="ctr"/>
                      <a:r>
                        <a:rPr lang="en-IN" sz="4000" b="1" dirty="0">
                          <a:effectLst/>
                        </a:rPr>
                        <a:t>16</a:t>
                      </a:r>
                    </a:p>
                  </a:txBody>
                  <a:tcPr marL="50800" marR="50800" marT="50800" marB="50800" anchor="ctr">
                    <a:lnL w="12700" cap="flat" cmpd="sng" algn="ctr">
                      <a:solidFill>
                        <a:srgbClr val="00D12C"/>
                      </a:solidFill>
                      <a:prstDash val="solid"/>
                      <a:round/>
                      <a:headEnd type="none" w="med" len="med"/>
                      <a:tailEnd type="none" w="med" len="med"/>
                    </a:lnL>
                    <a:lnR w="12700" cap="flat" cmpd="sng" algn="ctr">
                      <a:solidFill>
                        <a:srgbClr val="B0D52C"/>
                      </a:solidFill>
                      <a:prstDash val="solid"/>
                      <a:round/>
                      <a:headEnd type="none" w="med" len="med"/>
                      <a:tailEnd type="none" w="med" len="med"/>
                    </a:lnR>
                    <a:lnT w="12700" cap="flat" cmpd="sng" algn="ctr">
                      <a:solidFill>
                        <a:srgbClr val="00D12C"/>
                      </a:solidFill>
                      <a:prstDash val="solid"/>
                      <a:round/>
                      <a:headEnd type="none" w="med" len="med"/>
                      <a:tailEnd type="none" w="med" len="med"/>
                    </a:lnT>
                    <a:lnB w="6350" cap="flat" cmpd="sng" algn="ctr">
                      <a:solidFill>
                        <a:srgbClr val="00D12C"/>
                      </a:solidFill>
                      <a:prstDash val="solid"/>
                      <a:round/>
                      <a:headEnd type="none" w="med" len="med"/>
                      <a:tailEnd type="none" w="med" len="med"/>
                    </a:lnB>
                    <a:solidFill>
                      <a:srgbClr val="FFFF00"/>
                    </a:solidFill>
                  </a:tcPr>
                </a:tc>
                <a:tc>
                  <a:txBody>
                    <a:bodyPr/>
                    <a:lstStyle/>
                    <a:p>
                      <a:pPr algn="ctr"/>
                      <a:r>
                        <a:rPr lang="en-IN" sz="4000" b="1" dirty="0">
                          <a:effectLst/>
                        </a:rPr>
                        <a:t>17</a:t>
                      </a:r>
                    </a:p>
                  </a:txBody>
                  <a:tcPr marL="50800" marR="50800" marT="50800" marB="50800" anchor="ctr">
                    <a:lnL w="12700" cap="flat" cmpd="sng" algn="ctr">
                      <a:solidFill>
                        <a:srgbClr val="B0D52C"/>
                      </a:solidFill>
                      <a:prstDash val="solid"/>
                      <a:round/>
                      <a:headEnd type="none" w="med" len="med"/>
                      <a:tailEnd type="none" w="med" len="med"/>
                    </a:lnL>
                    <a:lnR w="12700" cap="flat" cmpd="sng" algn="ctr">
                      <a:solidFill>
                        <a:srgbClr val="20E42C"/>
                      </a:solidFill>
                      <a:prstDash val="solid"/>
                      <a:round/>
                      <a:headEnd type="none" w="med" len="med"/>
                      <a:tailEnd type="none" w="med" len="med"/>
                    </a:lnR>
                    <a:lnT w="12700" cap="flat" cmpd="sng" algn="ctr">
                      <a:solidFill>
                        <a:srgbClr val="B0D52C"/>
                      </a:solidFill>
                      <a:prstDash val="solid"/>
                      <a:round/>
                      <a:headEnd type="none" w="med" len="med"/>
                      <a:tailEnd type="none" w="med" len="med"/>
                    </a:lnT>
                    <a:lnB w="6350" cap="flat" cmpd="sng" algn="ctr">
                      <a:solidFill>
                        <a:srgbClr val="B0D52C"/>
                      </a:solidFill>
                      <a:prstDash val="solid"/>
                      <a:round/>
                      <a:headEnd type="none" w="med" len="med"/>
                      <a:tailEnd type="none" w="med" len="med"/>
                    </a:lnB>
                    <a:solidFill>
                      <a:srgbClr val="FFFFFF"/>
                    </a:solidFill>
                  </a:tcPr>
                </a:tc>
                <a:tc>
                  <a:txBody>
                    <a:bodyPr/>
                    <a:lstStyle/>
                    <a:p>
                      <a:pPr algn="ctr"/>
                      <a:r>
                        <a:rPr lang="en-IN" sz="4000" b="1" dirty="0">
                          <a:effectLst/>
                        </a:rPr>
                        <a:t>8</a:t>
                      </a:r>
                    </a:p>
                  </a:txBody>
                  <a:tcPr marL="50800" marR="50800" marT="50800" marB="50800" anchor="ctr">
                    <a:lnL w="12700" cap="flat" cmpd="sng" algn="ctr">
                      <a:solidFill>
                        <a:srgbClr val="20E42C"/>
                      </a:solidFill>
                      <a:prstDash val="solid"/>
                      <a:round/>
                      <a:headEnd type="none" w="med" len="med"/>
                      <a:tailEnd type="none" w="med" len="med"/>
                    </a:lnL>
                    <a:lnR w="12700" cap="flat" cmpd="sng" algn="ctr">
                      <a:solidFill>
                        <a:srgbClr val="F0DD2C"/>
                      </a:solidFill>
                      <a:prstDash val="solid"/>
                      <a:round/>
                      <a:headEnd type="none" w="med" len="med"/>
                      <a:tailEnd type="none" w="med" len="med"/>
                    </a:lnR>
                    <a:lnT w="12700" cap="flat" cmpd="sng" algn="ctr">
                      <a:solidFill>
                        <a:srgbClr val="20E42C"/>
                      </a:solidFill>
                      <a:prstDash val="solid"/>
                      <a:round/>
                      <a:headEnd type="none" w="med" len="med"/>
                      <a:tailEnd type="none" w="med" len="med"/>
                    </a:lnT>
                    <a:lnB w="6350" cap="flat" cmpd="sng" algn="ctr">
                      <a:solidFill>
                        <a:srgbClr val="20E42C"/>
                      </a:solidFill>
                      <a:prstDash val="solid"/>
                      <a:round/>
                      <a:headEnd type="none" w="med" len="med"/>
                      <a:tailEnd type="none" w="med" len="med"/>
                    </a:lnB>
                    <a:solidFill>
                      <a:srgbClr val="FFFFFF"/>
                    </a:solidFill>
                  </a:tcPr>
                </a:tc>
                <a:tc>
                  <a:txBody>
                    <a:bodyPr/>
                    <a:lstStyle/>
                    <a:p>
                      <a:pPr algn="ctr"/>
                      <a:r>
                        <a:rPr lang="en-IN" sz="4000" b="1" dirty="0">
                          <a:effectLst/>
                        </a:rPr>
                        <a:t>6</a:t>
                      </a:r>
                    </a:p>
                  </a:txBody>
                  <a:tcPr marL="50800" marR="50800" marT="50800" marB="50800" anchor="ctr">
                    <a:lnL w="12700" cap="flat" cmpd="sng" algn="ctr">
                      <a:solidFill>
                        <a:srgbClr val="F0DD2C"/>
                      </a:solidFill>
                      <a:prstDash val="solid"/>
                      <a:round/>
                      <a:headEnd type="none" w="med" len="med"/>
                      <a:tailEnd type="none" w="med" len="med"/>
                    </a:lnL>
                    <a:lnR w="6350" cap="flat" cmpd="sng" algn="ctr">
                      <a:solidFill>
                        <a:srgbClr val="F0DD2C"/>
                      </a:solidFill>
                      <a:prstDash val="solid"/>
                      <a:round/>
                      <a:headEnd type="none" w="med" len="med"/>
                      <a:tailEnd type="none" w="med" len="med"/>
                    </a:lnR>
                    <a:lnT w="12700" cap="flat" cmpd="sng" algn="ctr">
                      <a:solidFill>
                        <a:srgbClr val="F0DD2C"/>
                      </a:solidFill>
                      <a:prstDash val="solid"/>
                      <a:round/>
                      <a:headEnd type="none" w="med" len="med"/>
                      <a:tailEnd type="none" w="med" len="med"/>
                    </a:lnT>
                    <a:lnB w="6350" cap="flat" cmpd="sng" algn="ctr">
                      <a:solidFill>
                        <a:srgbClr val="F0DD2C"/>
                      </a:solidFill>
                      <a:prstDash val="solid"/>
                      <a:round/>
                      <a:headEnd type="none" w="med" len="med"/>
                      <a:tailEnd type="none" w="med" len="med"/>
                    </a:lnB>
                    <a:solidFill>
                      <a:srgbClr val="FFFFFF"/>
                    </a:solidFill>
                  </a:tcPr>
                </a:tc>
                <a:extLst>
                  <a:ext uri="{0D108BD9-81ED-4DB2-BD59-A6C34878D82A}">
                    <a16:rowId xmlns:a16="http://schemas.microsoft.com/office/drawing/2014/main" val="2293886370"/>
                  </a:ext>
                </a:extLst>
              </a:tr>
            </a:tbl>
          </a:graphicData>
        </a:graphic>
      </p:graphicFrame>
      <p:pic>
        <p:nvPicPr>
          <p:cNvPr id="7170" name="Picture 2" descr="Inserting a New Node 16 in AVL Tree">
            <a:extLst>
              <a:ext uri="{FF2B5EF4-FFF2-40B4-BE49-F238E27FC236}">
                <a16:creationId xmlns:a16="http://schemas.microsoft.com/office/drawing/2014/main" id="{12419EF8-7D0F-5E21-CC31-F7B3D7C483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4535" y="2710105"/>
            <a:ext cx="2352675" cy="2476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23228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0469A14A-3700-6605-951C-0DF21DEFCE04}"/>
              </a:ext>
            </a:extLst>
          </p:cNvPr>
          <p:cNvSpPr>
            <a:spLocks noGrp="1"/>
          </p:cNvSpPr>
          <p:nvPr>
            <p:ph type="dt" sz="half" idx="10"/>
          </p:nvPr>
        </p:nvSpPr>
        <p:spPr/>
        <p:txBody>
          <a:bodyPr/>
          <a:lstStyle/>
          <a:p>
            <a:fld id="{0FD9D90A-0744-4E44-BEE5-C08BDFC2726C}" type="datetime1">
              <a:rPr lang="en-IN" smtClean="0"/>
              <a:t>02-05-2024</a:t>
            </a:fld>
            <a:endParaRPr lang="en-IN"/>
          </a:p>
        </p:txBody>
      </p:sp>
      <p:sp>
        <p:nvSpPr>
          <p:cNvPr id="6" name="Footer Placeholder 5">
            <a:extLst>
              <a:ext uri="{FF2B5EF4-FFF2-40B4-BE49-F238E27FC236}">
                <a16:creationId xmlns:a16="http://schemas.microsoft.com/office/drawing/2014/main" id="{CF9CD29B-6EB9-D588-C0DA-23E2CCD011AE}"/>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55E4FF3F-F49E-8B88-FAE6-FD71A045A9AF}"/>
              </a:ext>
            </a:extLst>
          </p:cNvPr>
          <p:cNvSpPr>
            <a:spLocks noGrp="1"/>
          </p:cNvSpPr>
          <p:nvPr>
            <p:ph type="sldNum" sz="quarter" idx="12"/>
          </p:nvPr>
        </p:nvSpPr>
        <p:spPr/>
        <p:txBody>
          <a:bodyPr/>
          <a:lstStyle/>
          <a:p>
            <a:fld id="{BA31EB0C-5590-401D-B2AF-7A2046961168}" type="slidenum">
              <a:rPr lang="en-IN" smtClean="0"/>
              <a:t>33</a:t>
            </a:fld>
            <a:endParaRPr lang="en-IN"/>
          </a:p>
        </p:txBody>
      </p:sp>
      <p:sp>
        <p:nvSpPr>
          <p:cNvPr id="8" name="Title 1">
            <a:extLst>
              <a:ext uri="{FF2B5EF4-FFF2-40B4-BE49-F238E27FC236}">
                <a16:creationId xmlns:a16="http://schemas.microsoft.com/office/drawing/2014/main" id="{6A07A1B9-ACD7-506E-B24B-9349C80B68BD}"/>
              </a:ext>
            </a:extLst>
          </p:cNvPr>
          <p:cNvSpPr>
            <a:spLocks noGrp="1"/>
          </p:cNvSpPr>
          <p:nvPr>
            <p:ph type="title"/>
          </p:nvPr>
        </p:nvSpPr>
        <p:spPr>
          <a:xfrm>
            <a:off x="578319" y="1393156"/>
            <a:ext cx="11353800" cy="147204"/>
          </a:xfrm>
        </p:spPr>
        <p:txBody>
          <a:bodyPr>
            <a:normAutofit fontScale="90000"/>
          </a:bodyPr>
          <a:lstStyle/>
          <a:p>
            <a:r>
              <a:rPr lang="en-US" b="1" dirty="0">
                <a:solidFill>
                  <a:srgbClr val="00B050"/>
                </a:solidFill>
                <a:latin typeface="+mn-lt"/>
              </a:rPr>
              <a:t>Construct an AVL tree having the following elements</a:t>
            </a:r>
            <a:br>
              <a:rPr lang="en-US" b="1" dirty="0">
                <a:solidFill>
                  <a:srgbClr val="00B050"/>
                </a:solidFill>
                <a:latin typeface="+mn-lt"/>
              </a:rPr>
            </a:br>
            <a:endParaRPr lang="en-IN" b="1" dirty="0">
              <a:latin typeface="+mn-lt"/>
            </a:endParaRPr>
          </a:p>
        </p:txBody>
      </p:sp>
      <p:graphicFrame>
        <p:nvGraphicFramePr>
          <p:cNvPr id="9" name="Table 8">
            <a:extLst>
              <a:ext uri="{FF2B5EF4-FFF2-40B4-BE49-F238E27FC236}">
                <a16:creationId xmlns:a16="http://schemas.microsoft.com/office/drawing/2014/main" id="{5B63741A-A848-7185-14CE-D19FDB61AF7B}"/>
              </a:ext>
            </a:extLst>
          </p:cNvPr>
          <p:cNvGraphicFramePr>
            <a:graphicFrameLocks noGrp="1"/>
          </p:cNvGraphicFramePr>
          <p:nvPr/>
        </p:nvGraphicFramePr>
        <p:xfrm>
          <a:off x="997419" y="1719036"/>
          <a:ext cx="10515600" cy="711200"/>
        </p:xfrm>
        <a:graphic>
          <a:graphicData uri="http://schemas.openxmlformats.org/drawingml/2006/table">
            <a:tbl>
              <a:tblPr/>
              <a:tblGrid>
                <a:gridCol w="1168400">
                  <a:extLst>
                    <a:ext uri="{9D8B030D-6E8A-4147-A177-3AD203B41FA5}">
                      <a16:colId xmlns:a16="http://schemas.microsoft.com/office/drawing/2014/main" val="2887028377"/>
                    </a:ext>
                  </a:extLst>
                </a:gridCol>
                <a:gridCol w="1168400">
                  <a:extLst>
                    <a:ext uri="{9D8B030D-6E8A-4147-A177-3AD203B41FA5}">
                      <a16:colId xmlns:a16="http://schemas.microsoft.com/office/drawing/2014/main" val="1429197691"/>
                    </a:ext>
                  </a:extLst>
                </a:gridCol>
                <a:gridCol w="1168400">
                  <a:extLst>
                    <a:ext uri="{9D8B030D-6E8A-4147-A177-3AD203B41FA5}">
                      <a16:colId xmlns:a16="http://schemas.microsoft.com/office/drawing/2014/main" val="1352333606"/>
                    </a:ext>
                  </a:extLst>
                </a:gridCol>
                <a:gridCol w="1168400">
                  <a:extLst>
                    <a:ext uri="{9D8B030D-6E8A-4147-A177-3AD203B41FA5}">
                      <a16:colId xmlns:a16="http://schemas.microsoft.com/office/drawing/2014/main" val="1659318143"/>
                    </a:ext>
                  </a:extLst>
                </a:gridCol>
                <a:gridCol w="1168400">
                  <a:extLst>
                    <a:ext uri="{9D8B030D-6E8A-4147-A177-3AD203B41FA5}">
                      <a16:colId xmlns:a16="http://schemas.microsoft.com/office/drawing/2014/main" val="3703073645"/>
                    </a:ext>
                  </a:extLst>
                </a:gridCol>
                <a:gridCol w="1168400">
                  <a:extLst>
                    <a:ext uri="{9D8B030D-6E8A-4147-A177-3AD203B41FA5}">
                      <a16:colId xmlns:a16="http://schemas.microsoft.com/office/drawing/2014/main" val="3821776635"/>
                    </a:ext>
                  </a:extLst>
                </a:gridCol>
                <a:gridCol w="1168400">
                  <a:extLst>
                    <a:ext uri="{9D8B030D-6E8A-4147-A177-3AD203B41FA5}">
                      <a16:colId xmlns:a16="http://schemas.microsoft.com/office/drawing/2014/main" val="1945072407"/>
                    </a:ext>
                  </a:extLst>
                </a:gridCol>
                <a:gridCol w="1168400">
                  <a:extLst>
                    <a:ext uri="{9D8B030D-6E8A-4147-A177-3AD203B41FA5}">
                      <a16:colId xmlns:a16="http://schemas.microsoft.com/office/drawing/2014/main" val="774203884"/>
                    </a:ext>
                  </a:extLst>
                </a:gridCol>
                <a:gridCol w="1168400">
                  <a:extLst>
                    <a:ext uri="{9D8B030D-6E8A-4147-A177-3AD203B41FA5}">
                      <a16:colId xmlns:a16="http://schemas.microsoft.com/office/drawing/2014/main" val="3496078218"/>
                    </a:ext>
                  </a:extLst>
                </a:gridCol>
              </a:tblGrid>
              <a:tr h="0">
                <a:tc>
                  <a:txBody>
                    <a:bodyPr/>
                    <a:lstStyle/>
                    <a:p>
                      <a:pPr algn="ctr"/>
                      <a:r>
                        <a:rPr lang="en-IN" sz="4000" b="1" dirty="0">
                          <a:effectLst/>
                        </a:rPr>
                        <a:t>10</a:t>
                      </a:r>
                    </a:p>
                  </a:txBody>
                  <a:tcPr marL="50800" marR="50800" marT="50800" marB="50800" anchor="ctr">
                    <a:lnL w="12700" cap="flat" cmpd="sng" algn="ctr">
                      <a:solidFill>
                        <a:srgbClr val="90C52C"/>
                      </a:solidFill>
                      <a:prstDash val="solid"/>
                      <a:round/>
                      <a:headEnd type="none" w="med" len="med"/>
                      <a:tailEnd type="none" w="med" len="med"/>
                    </a:lnL>
                    <a:lnR w="12700" cap="flat" cmpd="sng" algn="ctr">
                      <a:solidFill>
                        <a:srgbClr val="10D92C"/>
                      </a:solidFill>
                      <a:prstDash val="solid"/>
                      <a:round/>
                      <a:headEnd type="none" w="med" len="med"/>
                      <a:tailEnd type="none" w="med" len="med"/>
                    </a:lnR>
                    <a:lnT w="12700" cap="flat" cmpd="sng" algn="ctr">
                      <a:solidFill>
                        <a:srgbClr val="90C52C"/>
                      </a:solidFill>
                      <a:prstDash val="solid"/>
                      <a:round/>
                      <a:headEnd type="none" w="med" len="med"/>
                      <a:tailEnd type="none" w="med" len="med"/>
                    </a:lnT>
                    <a:lnB w="6350" cap="flat" cmpd="sng" algn="ctr">
                      <a:solidFill>
                        <a:srgbClr val="90C52C"/>
                      </a:solidFill>
                      <a:prstDash val="solid"/>
                      <a:round/>
                      <a:headEnd type="none" w="med" len="med"/>
                      <a:tailEnd type="none" w="med" len="med"/>
                    </a:lnB>
                    <a:solidFill>
                      <a:srgbClr val="FFFFFF"/>
                    </a:solidFill>
                  </a:tcPr>
                </a:tc>
                <a:tc>
                  <a:txBody>
                    <a:bodyPr/>
                    <a:lstStyle/>
                    <a:p>
                      <a:pPr algn="ctr"/>
                      <a:r>
                        <a:rPr lang="en-IN" sz="4000" b="1">
                          <a:effectLst/>
                        </a:rPr>
                        <a:t>15</a:t>
                      </a:r>
                    </a:p>
                  </a:txBody>
                  <a:tcPr marL="50800" marR="50800" marT="50800" marB="50800" anchor="ctr">
                    <a:lnL w="12700" cap="flat" cmpd="sng" algn="ctr">
                      <a:solidFill>
                        <a:srgbClr val="10D92C"/>
                      </a:solidFill>
                      <a:prstDash val="solid"/>
                      <a:round/>
                      <a:headEnd type="none" w="med" len="med"/>
                      <a:tailEnd type="none" w="med" len="med"/>
                    </a:lnL>
                    <a:lnR w="12700" cap="flat" cmpd="sng" algn="ctr">
                      <a:solidFill>
                        <a:srgbClr val="F0D12C"/>
                      </a:solidFill>
                      <a:prstDash val="solid"/>
                      <a:round/>
                      <a:headEnd type="none" w="med" len="med"/>
                      <a:tailEnd type="none" w="med" len="med"/>
                    </a:lnR>
                    <a:lnT w="12700" cap="flat" cmpd="sng" algn="ctr">
                      <a:solidFill>
                        <a:srgbClr val="10D92C"/>
                      </a:solidFill>
                      <a:prstDash val="solid"/>
                      <a:round/>
                      <a:headEnd type="none" w="med" len="med"/>
                      <a:tailEnd type="none" w="med" len="med"/>
                    </a:lnT>
                    <a:lnB w="6350" cap="flat" cmpd="sng" algn="ctr">
                      <a:solidFill>
                        <a:srgbClr val="10D92C"/>
                      </a:solidFill>
                      <a:prstDash val="solid"/>
                      <a:round/>
                      <a:headEnd type="none" w="med" len="med"/>
                      <a:tailEnd type="none" w="med" len="med"/>
                    </a:lnB>
                    <a:solidFill>
                      <a:srgbClr val="FFFFFF"/>
                    </a:solidFill>
                  </a:tcPr>
                </a:tc>
                <a:tc>
                  <a:txBody>
                    <a:bodyPr/>
                    <a:lstStyle/>
                    <a:p>
                      <a:pPr algn="ctr"/>
                      <a:r>
                        <a:rPr lang="en-IN" sz="4000" b="1" dirty="0">
                          <a:effectLst/>
                        </a:rPr>
                        <a:t>20</a:t>
                      </a:r>
                    </a:p>
                  </a:txBody>
                  <a:tcPr marL="50800" marR="50800" marT="50800" marB="50800" anchor="ctr">
                    <a:lnL w="12700" cap="flat" cmpd="sng" algn="ctr">
                      <a:solidFill>
                        <a:srgbClr val="F0D12C"/>
                      </a:solidFill>
                      <a:prstDash val="solid"/>
                      <a:round/>
                      <a:headEnd type="none" w="med" len="med"/>
                      <a:tailEnd type="none" w="med" len="med"/>
                    </a:lnL>
                    <a:lnR w="12700" cap="flat" cmpd="sng" algn="ctr">
                      <a:solidFill>
                        <a:srgbClr val="D0D62C"/>
                      </a:solidFill>
                      <a:prstDash val="solid"/>
                      <a:round/>
                      <a:headEnd type="none" w="med" len="med"/>
                      <a:tailEnd type="none" w="med" len="med"/>
                    </a:lnR>
                    <a:lnT w="12700" cap="flat" cmpd="sng" algn="ctr">
                      <a:solidFill>
                        <a:srgbClr val="F0D12C"/>
                      </a:solidFill>
                      <a:prstDash val="solid"/>
                      <a:round/>
                      <a:headEnd type="none" w="med" len="med"/>
                      <a:tailEnd type="none" w="med" len="med"/>
                    </a:lnT>
                    <a:lnB w="6350" cap="flat" cmpd="sng" algn="ctr">
                      <a:solidFill>
                        <a:srgbClr val="F0D12C"/>
                      </a:solidFill>
                      <a:prstDash val="solid"/>
                      <a:round/>
                      <a:headEnd type="none" w="med" len="med"/>
                      <a:tailEnd type="none" w="med" len="med"/>
                    </a:lnB>
                    <a:solidFill>
                      <a:srgbClr val="FFFFFF"/>
                    </a:solidFill>
                  </a:tcPr>
                </a:tc>
                <a:tc>
                  <a:txBody>
                    <a:bodyPr/>
                    <a:lstStyle/>
                    <a:p>
                      <a:pPr algn="ctr"/>
                      <a:r>
                        <a:rPr lang="en-IN" sz="4000" b="1" dirty="0">
                          <a:effectLst/>
                        </a:rPr>
                        <a:t>9</a:t>
                      </a:r>
                    </a:p>
                  </a:txBody>
                  <a:tcPr marL="50800" marR="50800" marT="50800" marB="50800" anchor="ctr">
                    <a:lnL w="12700" cap="flat" cmpd="sng" algn="ctr">
                      <a:solidFill>
                        <a:srgbClr val="D0D62C"/>
                      </a:solidFill>
                      <a:prstDash val="solid"/>
                      <a:round/>
                      <a:headEnd type="none" w="med" len="med"/>
                      <a:tailEnd type="none" w="med" len="med"/>
                    </a:lnL>
                    <a:lnR w="12700" cap="flat" cmpd="sng" algn="ctr">
                      <a:solidFill>
                        <a:srgbClr val="90D72C"/>
                      </a:solidFill>
                      <a:prstDash val="solid"/>
                      <a:round/>
                      <a:headEnd type="none" w="med" len="med"/>
                      <a:tailEnd type="none" w="med" len="med"/>
                    </a:lnR>
                    <a:lnT w="12700" cap="flat" cmpd="sng" algn="ctr">
                      <a:solidFill>
                        <a:srgbClr val="D0D62C"/>
                      </a:solidFill>
                      <a:prstDash val="solid"/>
                      <a:round/>
                      <a:headEnd type="none" w="med" len="med"/>
                      <a:tailEnd type="none" w="med" len="med"/>
                    </a:lnT>
                    <a:lnB w="6350" cap="flat" cmpd="sng" algn="ctr">
                      <a:solidFill>
                        <a:srgbClr val="D0D62C"/>
                      </a:solidFill>
                      <a:prstDash val="solid"/>
                      <a:round/>
                      <a:headEnd type="none" w="med" len="med"/>
                      <a:tailEnd type="none" w="med" len="med"/>
                    </a:lnB>
                    <a:solidFill>
                      <a:srgbClr val="FFFFFF"/>
                    </a:solidFill>
                  </a:tcPr>
                </a:tc>
                <a:tc>
                  <a:txBody>
                    <a:bodyPr/>
                    <a:lstStyle/>
                    <a:p>
                      <a:pPr algn="ctr"/>
                      <a:r>
                        <a:rPr lang="en-IN" sz="4000" b="1" dirty="0">
                          <a:effectLst/>
                        </a:rPr>
                        <a:t>5</a:t>
                      </a:r>
                    </a:p>
                  </a:txBody>
                  <a:tcPr marL="50800" marR="50800" marT="50800" marB="50800" anchor="ctr">
                    <a:lnL w="12700" cap="flat" cmpd="sng" algn="ctr">
                      <a:solidFill>
                        <a:srgbClr val="90D72C"/>
                      </a:solidFill>
                      <a:prstDash val="solid"/>
                      <a:round/>
                      <a:headEnd type="none" w="med" len="med"/>
                      <a:tailEnd type="none" w="med" len="med"/>
                    </a:lnL>
                    <a:lnR w="12700" cap="flat" cmpd="sng" algn="ctr">
                      <a:solidFill>
                        <a:srgbClr val="00D12C"/>
                      </a:solidFill>
                      <a:prstDash val="solid"/>
                      <a:round/>
                      <a:headEnd type="none" w="med" len="med"/>
                      <a:tailEnd type="none" w="med" len="med"/>
                    </a:lnR>
                    <a:lnT w="12700" cap="flat" cmpd="sng" algn="ctr">
                      <a:solidFill>
                        <a:srgbClr val="90D72C"/>
                      </a:solidFill>
                      <a:prstDash val="solid"/>
                      <a:round/>
                      <a:headEnd type="none" w="med" len="med"/>
                      <a:tailEnd type="none" w="med" len="med"/>
                    </a:lnT>
                    <a:lnB w="6350" cap="flat" cmpd="sng" algn="ctr">
                      <a:solidFill>
                        <a:srgbClr val="90D72C"/>
                      </a:solidFill>
                      <a:prstDash val="solid"/>
                      <a:round/>
                      <a:headEnd type="none" w="med" len="med"/>
                      <a:tailEnd type="none" w="med" len="med"/>
                    </a:lnB>
                    <a:solidFill>
                      <a:srgbClr val="FFFFFF"/>
                    </a:solidFill>
                  </a:tcPr>
                </a:tc>
                <a:tc>
                  <a:txBody>
                    <a:bodyPr/>
                    <a:lstStyle/>
                    <a:p>
                      <a:pPr algn="ctr"/>
                      <a:r>
                        <a:rPr lang="en-IN" sz="4000" b="1">
                          <a:effectLst/>
                        </a:rPr>
                        <a:t>16</a:t>
                      </a:r>
                    </a:p>
                  </a:txBody>
                  <a:tcPr marL="50800" marR="50800" marT="50800" marB="50800" anchor="ctr">
                    <a:lnL w="12700" cap="flat" cmpd="sng" algn="ctr">
                      <a:solidFill>
                        <a:srgbClr val="00D12C"/>
                      </a:solidFill>
                      <a:prstDash val="solid"/>
                      <a:round/>
                      <a:headEnd type="none" w="med" len="med"/>
                      <a:tailEnd type="none" w="med" len="med"/>
                    </a:lnL>
                    <a:lnR w="12700" cap="flat" cmpd="sng" algn="ctr">
                      <a:solidFill>
                        <a:srgbClr val="B0D52C"/>
                      </a:solidFill>
                      <a:prstDash val="solid"/>
                      <a:round/>
                      <a:headEnd type="none" w="med" len="med"/>
                      <a:tailEnd type="none" w="med" len="med"/>
                    </a:lnR>
                    <a:lnT w="12700" cap="flat" cmpd="sng" algn="ctr">
                      <a:solidFill>
                        <a:srgbClr val="00D12C"/>
                      </a:solidFill>
                      <a:prstDash val="solid"/>
                      <a:round/>
                      <a:headEnd type="none" w="med" len="med"/>
                      <a:tailEnd type="none" w="med" len="med"/>
                    </a:lnT>
                    <a:lnB w="6350" cap="flat" cmpd="sng" algn="ctr">
                      <a:solidFill>
                        <a:srgbClr val="00D12C"/>
                      </a:solidFill>
                      <a:prstDash val="solid"/>
                      <a:round/>
                      <a:headEnd type="none" w="med" len="med"/>
                      <a:tailEnd type="none" w="med" len="med"/>
                    </a:lnB>
                    <a:solidFill>
                      <a:srgbClr val="FFFFFF"/>
                    </a:solidFill>
                  </a:tcPr>
                </a:tc>
                <a:tc>
                  <a:txBody>
                    <a:bodyPr/>
                    <a:lstStyle/>
                    <a:p>
                      <a:pPr algn="ctr"/>
                      <a:r>
                        <a:rPr lang="en-IN" sz="4000" b="1" dirty="0">
                          <a:effectLst/>
                        </a:rPr>
                        <a:t>17</a:t>
                      </a:r>
                    </a:p>
                  </a:txBody>
                  <a:tcPr marL="50800" marR="50800" marT="50800" marB="50800" anchor="ctr">
                    <a:lnL w="12700" cap="flat" cmpd="sng" algn="ctr">
                      <a:solidFill>
                        <a:srgbClr val="B0D52C"/>
                      </a:solidFill>
                      <a:prstDash val="solid"/>
                      <a:round/>
                      <a:headEnd type="none" w="med" len="med"/>
                      <a:tailEnd type="none" w="med" len="med"/>
                    </a:lnL>
                    <a:lnR w="12700" cap="flat" cmpd="sng" algn="ctr">
                      <a:solidFill>
                        <a:srgbClr val="20E42C"/>
                      </a:solidFill>
                      <a:prstDash val="solid"/>
                      <a:round/>
                      <a:headEnd type="none" w="med" len="med"/>
                      <a:tailEnd type="none" w="med" len="med"/>
                    </a:lnR>
                    <a:lnT w="12700" cap="flat" cmpd="sng" algn="ctr">
                      <a:solidFill>
                        <a:srgbClr val="B0D52C"/>
                      </a:solidFill>
                      <a:prstDash val="solid"/>
                      <a:round/>
                      <a:headEnd type="none" w="med" len="med"/>
                      <a:tailEnd type="none" w="med" len="med"/>
                    </a:lnT>
                    <a:lnB w="6350" cap="flat" cmpd="sng" algn="ctr">
                      <a:solidFill>
                        <a:srgbClr val="B0D52C"/>
                      </a:solidFill>
                      <a:prstDash val="solid"/>
                      <a:round/>
                      <a:headEnd type="none" w="med" len="med"/>
                      <a:tailEnd type="none" w="med" len="med"/>
                    </a:lnB>
                    <a:solidFill>
                      <a:srgbClr val="FFFF00"/>
                    </a:solidFill>
                  </a:tcPr>
                </a:tc>
                <a:tc>
                  <a:txBody>
                    <a:bodyPr/>
                    <a:lstStyle/>
                    <a:p>
                      <a:pPr algn="ctr"/>
                      <a:r>
                        <a:rPr lang="en-IN" sz="4000" b="1" dirty="0">
                          <a:effectLst/>
                        </a:rPr>
                        <a:t>8</a:t>
                      </a:r>
                    </a:p>
                  </a:txBody>
                  <a:tcPr marL="50800" marR="50800" marT="50800" marB="50800" anchor="ctr">
                    <a:lnL w="12700" cap="flat" cmpd="sng" algn="ctr">
                      <a:solidFill>
                        <a:srgbClr val="20E42C"/>
                      </a:solidFill>
                      <a:prstDash val="solid"/>
                      <a:round/>
                      <a:headEnd type="none" w="med" len="med"/>
                      <a:tailEnd type="none" w="med" len="med"/>
                    </a:lnL>
                    <a:lnR w="12700" cap="flat" cmpd="sng" algn="ctr">
                      <a:solidFill>
                        <a:srgbClr val="F0DD2C"/>
                      </a:solidFill>
                      <a:prstDash val="solid"/>
                      <a:round/>
                      <a:headEnd type="none" w="med" len="med"/>
                      <a:tailEnd type="none" w="med" len="med"/>
                    </a:lnR>
                    <a:lnT w="12700" cap="flat" cmpd="sng" algn="ctr">
                      <a:solidFill>
                        <a:srgbClr val="20E42C"/>
                      </a:solidFill>
                      <a:prstDash val="solid"/>
                      <a:round/>
                      <a:headEnd type="none" w="med" len="med"/>
                      <a:tailEnd type="none" w="med" len="med"/>
                    </a:lnT>
                    <a:lnB w="6350" cap="flat" cmpd="sng" algn="ctr">
                      <a:solidFill>
                        <a:srgbClr val="20E42C"/>
                      </a:solidFill>
                      <a:prstDash val="solid"/>
                      <a:round/>
                      <a:headEnd type="none" w="med" len="med"/>
                      <a:tailEnd type="none" w="med" len="med"/>
                    </a:lnB>
                    <a:solidFill>
                      <a:srgbClr val="FFFFFF"/>
                    </a:solidFill>
                  </a:tcPr>
                </a:tc>
                <a:tc>
                  <a:txBody>
                    <a:bodyPr/>
                    <a:lstStyle/>
                    <a:p>
                      <a:pPr algn="ctr"/>
                      <a:r>
                        <a:rPr lang="en-IN" sz="4000" b="1" dirty="0">
                          <a:effectLst/>
                        </a:rPr>
                        <a:t>6</a:t>
                      </a:r>
                    </a:p>
                  </a:txBody>
                  <a:tcPr marL="50800" marR="50800" marT="50800" marB="50800" anchor="ctr">
                    <a:lnL w="12700" cap="flat" cmpd="sng" algn="ctr">
                      <a:solidFill>
                        <a:srgbClr val="F0DD2C"/>
                      </a:solidFill>
                      <a:prstDash val="solid"/>
                      <a:round/>
                      <a:headEnd type="none" w="med" len="med"/>
                      <a:tailEnd type="none" w="med" len="med"/>
                    </a:lnL>
                    <a:lnR w="6350" cap="flat" cmpd="sng" algn="ctr">
                      <a:solidFill>
                        <a:srgbClr val="F0DD2C"/>
                      </a:solidFill>
                      <a:prstDash val="solid"/>
                      <a:round/>
                      <a:headEnd type="none" w="med" len="med"/>
                      <a:tailEnd type="none" w="med" len="med"/>
                    </a:lnR>
                    <a:lnT w="12700" cap="flat" cmpd="sng" algn="ctr">
                      <a:solidFill>
                        <a:srgbClr val="F0DD2C"/>
                      </a:solidFill>
                      <a:prstDash val="solid"/>
                      <a:round/>
                      <a:headEnd type="none" w="med" len="med"/>
                      <a:tailEnd type="none" w="med" len="med"/>
                    </a:lnT>
                    <a:lnB w="6350" cap="flat" cmpd="sng" algn="ctr">
                      <a:solidFill>
                        <a:srgbClr val="F0DD2C"/>
                      </a:solidFill>
                      <a:prstDash val="solid"/>
                      <a:round/>
                      <a:headEnd type="none" w="med" len="med"/>
                      <a:tailEnd type="none" w="med" len="med"/>
                    </a:lnB>
                    <a:solidFill>
                      <a:srgbClr val="FFFFFF"/>
                    </a:solidFill>
                  </a:tcPr>
                </a:tc>
                <a:extLst>
                  <a:ext uri="{0D108BD9-81ED-4DB2-BD59-A6C34878D82A}">
                    <a16:rowId xmlns:a16="http://schemas.microsoft.com/office/drawing/2014/main" val="2293886370"/>
                  </a:ext>
                </a:extLst>
              </a:tr>
            </a:tbl>
          </a:graphicData>
        </a:graphic>
      </p:graphicFrame>
      <p:pic>
        <p:nvPicPr>
          <p:cNvPr id="8194" name="Picture 2" descr="Inserting a New Node 17 in AVL Tree">
            <a:extLst>
              <a:ext uri="{FF2B5EF4-FFF2-40B4-BE49-F238E27FC236}">
                <a16:creationId xmlns:a16="http://schemas.microsoft.com/office/drawing/2014/main" id="{BEAD44F2-97F9-5BDF-EA14-719EF0B360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9878"/>
          <a:stretch/>
        </p:blipFill>
        <p:spPr bwMode="auto">
          <a:xfrm>
            <a:off x="2482015" y="2638999"/>
            <a:ext cx="7546408" cy="3412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93109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0469A14A-3700-6605-951C-0DF21DEFCE04}"/>
              </a:ext>
            </a:extLst>
          </p:cNvPr>
          <p:cNvSpPr>
            <a:spLocks noGrp="1"/>
          </p:cNvSpPr>
          <p:nvPr>
            <p:ph type="dt" sz="half" idx="10"/>
          </p:nvPr>
        </p:nvSpPr>
        <p:spPr/>
        <p:txBody>
          <a:bodyPr/>
          <a:lstStyle/>
          <a:p>
            <a:fld id="{93F980C2-CBAD-4E31-9547-30EC9441406C}" type="datetime1">
              <a:rPr lang="en-IN" smtClean="0"/>
              <a:t>02-05-2024</a:t>
            </a:fld>
            <a:endParaRPr lang="en-IN"/>
          </a:p>
        </p:txBody>
      </p:sp>
      <p:sp>
        <p:nvSpPr>
          <p:cNvPr id="6" name="Footer Placeholder 5">
            <a:extLst>
              <a:ext uri="{FF2B5EF4-FFF2-40B4-BE49-F238E27FC236}">
                <a16:creationId xmlns:a16="http://schemas.microsoft.com/office/drawing/2014/main" id="{CF9CD29B-6EB9-D588-C0DA-23E2CCD011AE}"/>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55E4FF3F-F49E-8B88-FAE6-FD71A045A9AF}"/>
              </a:ext>
            </a:extLst>
          </p:cNvPr>
          <p:cNvSpPr>
            <a:spLocks noGrp="1"/>
          </p:cNvSpPr>
          <p:nvPr>
            <p:ph type="sldNum" sz="quarter" idx="12"/>
          </p:nvPr>
        </p:nvSpPr>
        <p:spPr/>
        <p:txBody>
          <a:bodyPr/>
          <a:lstStyle/>
          <a:p>
            <a:fld id="{BA31EB0C-5590-401D-B2AF-7A2046961168}" type="slidenum">
              <a:rPr lang="en-IN" smtClean="0"/>
              <a:t>34</a:t>
            </a:fld>
            <a:endParaRPr lang="en-IN"/>
          </a:p>
        </p:txBody>
      </p:sp>
      <p:sp>
        <p:nvSpPr>
          <p:cNvPr id="8" name="Title 1">
            <a:extLst>
              <a:ext uri="{FF2B5EF4-FFF2-40B4-BE49-F238E27FC236}">
                <a16:creationId xmlns:a16="http://schemas.microsoft.com/office/drawing/2014/main" id="{6A07A1B9-ACD7-506E-B24B-9349C80B68BD}"/>
              </a:ext>
            </a:extLst>
          </p:cNvPr>
          <p:cNvSpPr>
            <a:spLocks noGrp="1"/>
          </p:cNvSpPr>
          <p:nvPr>
            <p:ph type="title"/>
          </p:nvPr>
        </p:nvSpPr>
        <p:spPr>
          <a:xfrm>
            <a:off x="578319" y="1393156"/>
            <a:ext cx="11353800" cy="147204"/>
          </a:xfrm>
        </p:spPr>
        <p:txBody>
          <a:bodyPr>
            <a:normAutofit fontScale="90000"/>
          </a:bodyPr>
          <a:lstStyle/>
          <a:p>
            <a:r>
              <a:rPr lang="en-US" b="1" dirty="0">
                <a:solidFill>
                  <a:srgbClr val="00B050"/>
                </a:solidFill>
                <a:latin typeface="+mn-lt"/>
              </a:rPr>
              <a:t>Construct an AVL tree having the following elements</a:t>
            </a:r>
            <a:br>
              <a:rPr lang="en-US" b="1" dirty="0">
                <a:solidFill>
                  <a:srgbClr val="00B050"/>
                </a:solidFill>
                <a:latin typeface="+mn-lt"/>
              </a:rPr>
            </a:br>
            <a:endParaRPr lang="en-IN" b="1" dirty="0">
              <a:latin typeface="+mn-lt"/>
            </a:endParaRPr>
          </a:p>
        </p:txBody>
      </p:sp>
      <p:graphicFrame>
        <p:nvGraphicFramePr>
          <p:cNvPr id="9" name="Table 8">
            <a:extLst>
              <a:ext uri="{FF2B5EF4-FFF2-40B4-BE49-F238E27FC236}">
                <a16:creationId xmlns:a16="http://schemas.microsoft.com/office/drawing/2014/main" id="{5B63741A-A848-7185-14CE-D19FDB61AF7B}"/>
              </a:ext>
            </a:extLst>
          </p:cNvPr>
          <p:cNvGraphicFramePr>
            <a:graphicFrameLocks noGrp="1"/>
          </p:cNvGraphicFramePr>
          <p:nvPr/>
        </p:nvGraphicFramePr>
        <p:xfrm>
          <a:off x="997419" y="1719036"/>
          <a:ext cx="10515600" cy="711200"/>
        </p:xfrm>
        <a:graphic>
          <a:graphicData uri="http://schemas.openxmlformats.org/drawingml/2006/table">
            <a:tbl>
              <a:tblPr/>
              <a:tblGrid>
                <a:gridCol w="1168400">
                  <a:extLst>
                    <a:ext uri="{9D8B030D-6E8A-4147-A177-3AD203B41FA5}">
                      <a16:colId xmlns:a16="http://schemas.microsoft.com/office/drawing/2014/main" val="2887028377"/>
                    </a:ext>
                  </a:extLst>
                </a:gridCol>
                <a:gridCol w="1168400">
                  <a:extLst>
                    <a:ext uri="{9D8B030D-6E8A-4147-A177-3AD203B41FA5}">
                      <a16:colId xmlns:a16="http://schemas.microsoft.com/office/drawing/2014/main" val="1429197691"/>
                    </a:ext>
                  </a:extLst>
                </a:gridCol>
                <a:gridCol w="1168400">
                  <a:extLst>
                    <a:ext uri="{9D8B030D-6E8A-4147-A177-3AD203B41FA5}">
                      <a16:colId xmlns:a16="http://schemas.microsoft.com/office/drawing/2014/main" val="1352333606"/>
                    </a:ext>
                  </a:extLst>
                </a:gridCol>
                <a:gridCol w="1168400">
                  <a:extLst>
                    <a:ext uri="{9D8B030D-6E8A-4147-A177-3AD203B41FA5}">
                      <a16:colId xmlns:a16="http://schemas.microsoft.com/office/drawing/2014/main" val="1659318143"/>
                    </a:ext>
                  </a:extLst>
                </a:gridCol>
                <a:gridCol w="1168400">
                  <a:extLst>
                    <a:ext uri="{9D8B030D-6E8A-4147-A177-3AD203B41FA5}">
                      <a16:colId xmlns:a16="http://schemas.microsoft.com/office/drawing/2014/main" val="3703073645"/>
                    </a:ext>
                  </a:extLst>
                </a:gridCol>
                <a:gridCol w="1168400">
                  <a:extLst>
                    <a:ext uri="{9D8B030D-6E8A-4147-A177-3AD203B41FA5}">
                      <a16:colId xmlns:a16="http://schemas.microsoft.com/office/drawing/2014/main" val="3821776635"/>
                    </a:ext>
                  </a:extLst>
                </a:gridCol>
                <a:gridCol w="1168400">
                  <a:extLst>
                    <a:ext uri="{9D8B030D-6E8A-4147-A177-3AD203B41FA5}">
                      <a16:colId xmlns:a16="http://schemas.microsoft.com/office/drawing/2014/main" val="1945072407"/>
                    </a:ext>
                  </a:extLst>
                </a:gridCol>
                <a:gridCol w="1168400">
                  <a:extLst>
                    <a:ext uri="{9D8B030D-6E8A-4147-A177-3AD203B41FA5}">
                      <a16:colId xmlns:a16="http://schemas.microsoft.com/office/drawing/2014/main" val="774203884"/>
                    </a:ext>
                  </a:extLst>
                </a:gridCol>
                <a:gridCol w="1168400">
                  <a:extLst>
                    <a:ext uri="{9D8B030D-6E8A-4147-A177-3AD203B41FA5}">
                      <a16:colId xmlns:a16="http://schemas.microsoft.com/office/drawing/2014/main" val="3496078218"/>
                    </a:ext>
                  </a:extLst>
                </a:gridCol>
              </a:tblGrid>
              <a:tr h="0">
                <a:tc>
                  <a:txBody>
                    <a:bodyPr/>
                    <a:lstStyle/>
                    <a:p>
                      <a:pPr algn="ctr"/>
                      <a:r>
                        <a:rPr lang="en-IN" sz="4000" b="1" dirty="0">
                          <a:effectLst/>
                        </a:rPr>
                        <a:t>10</a:t>
                      </a:r>
                    </a:p>
                  </a:txBody>
                  <a:tcPr marL="50800" marR="50800" marT="50800" marB="50800" anchor="ctr">
                    <a:lnL w="12700" cap="flat" cmpd="sng" algn="ctr">
                      <a:solidFill>
                        <a:srgbClr val="90C52C"/>
                      </a:solidFill>
                      <a:prstDash val="solid"/>
                      <a:round/>
                      <a:headEnd type="none" w="med" len="med"/>
                      <a:tailEnd type="none" w="med" len="med"/>
                    </a:lnL>
                    <a:lnR w="12700" cap="flat" cmpd="sng" algn="ctr">
                      <a:solidFill>
                        <a:srgbClr val="10D92C"/>
                      </a:solidFill>
                      <a:prstDash val="solid"/>
                      <a:round/>
                      <a:headEnd type="none" w="med" len="med"/>
                      <a:tailEnd type="none" w="med" len="med"/>
                    </a:lnR>
                    <a:lnT w="12700" cap="flat" cmpd="sng" algn="ctr">
                      <a:solidFill>
                        <a:srgbClr val="90C52C"/>
                      </a:solidFill>
                      <a:prstDash val="solid"/>
                      <a:round/>
                      <a:headEnd type="none" w="med" len="med"/>
                      <a:tailEnd type="none" w="med" len="med"/>
                    </a:lnT>
                    <a:lnB w="6350" cap="flat" cmpd="sng" algn="ctr">
                      <a:solidFill>
                        <a:srgbClr val="90C52C"/>
                      </a:solidFill>
                      <a:prstDash val="solid"/>
                      <a:round/>
                      <a:headEnd type="none" w="med" len="med"/>
                      <a:tailEnd type="none" w="med" len="med"/>
                    </a:lnB>
                    <a:solidFill>
                      <a:srgbClr val="FFFFFF"/>
                    </a:solidFill>
                  </a:tcPr>
                </a:tc>
                <a:tc>
                  <a:txBody>
                    <a:bodyPr/>
                    <a:lstStyle/>
                    <a:p>
                      <a:pPr algn="ctr"/>
                      <a:r>
                        <a:rPr lang="en-IN" sz="4000" b="1">
                          <a:effectLst/>
                        </a:rPr>
                        <a:t>15</a:t>
                      </a:r>
                    </a:p>
                  </a:txBody>
                  <a:tcPr marL="50800" marR="50800" marT="50800" marB="50800" anchor="ctr">
                    <a:lnL w="12700" cap="flat" cmpd="sng" algn="ctr">
                      <a:solidFill>
                        <a:srgbClr val="10D92C"/>
                      </a:solidFill>
                      <a:prstDash val="solid"/>
                      <a:round/>
                      <a:headEnd type="none" w="med" len="med"/>
                      <a:tailEnd type="none" w="med" len="med"/>
                    </a:lnL>
                    <a:lnR w="12700" cap="flat" cmpd="sng" algn="ctr">
                      <a:solidFill>
                        <a:srgbClr val="F0D12C"/>
                      </a:solidFill>
                      <a:prstDash val="solid"/>
                      <a:round/>
                      <a:headEnd type="none" w="med" len="med"/>
                      <a:tailEnd type="none" w="med" len="med"/>
                    </a:lnR>
                    <a:lnT w="12700" cap="flat" cmpd="sng" algn="ctr">
                      <a:solidFill>
                        <a:srgbClr val="10D92C"/>
                      </a:solidFill>
                      <a:prstDash val="solid"/>
                      <a:round/>
                      <a:headEnd type="none" w="med" len="med"/>
                      <a:tailEnd type="none" w="med" len="med"/>
                    </a:lnT>
                    <a:lnB w="6350" cap="flat" cmpd="sng" algn="ctr">
                      <a:solidFill>
                        <a:srgbClr val="10D92C"/>
                      </a:solidFill>
                      <a:prstDash val="solid"/>
                      <a:round/>
                      <a:headEnd type="none" w="med" len="med"/>
                      <a:tailEnd type="none" w="med" len="med"/>
                    </a:lnB>
                    <a:solidFill>
                      <a:srgbClr val="FFFFFF"/>
                    </a:solidFill>
                  </a:tcPr>
                </a:tc>
                <a:tc>
                  <a:txBody>
                    <a:bodyPr/>
                    <a:lstStyle/>
                    <a:p>
                      <a:pPr algn="ctr"/>
                      <a:r>
                        <a:rPr lang="en-IN" sz="4000" b="1" dirty="0">
                          <a:effectLst/>
                        </a:rPr>
                        <a:t>20</a:t>
                      </a:r>
                    </a:p>
                  </a:txBody>
                  <a:tcPr marL="50800" marR="50800" marT="50800" marB="50800" anchor="ctr">
                    <a:lnL w="12700" cap="flat" cmpd="sng" algn="ctr">
                      <a:solidFill>
                        <a:srgbClr val="F0D12C"/>
                      </a:solidFill>
                      <a:prstDash val="solid"/>
                      <a:round/>
                      <a:headEnd type="none" w="med" len="med"/>
                      <a:tailEnd type="none" w="med" len="med"/>
                    </a:lnL>
                    <a:lnR w="12700" cap="flat" cmpd="sng" algn="ctr">
                      <a:solidFill>
                        <a:srgbClr val="D0D62C"/>
                      </a:solidFill>
                      <a:prstDash val="solid"/>
                      <a:round/>
                      <a:headEnd type="none" w="med" len="med"/>
                      <a:tailEnd type="none" w="med" len="med"/>
                    </a:lnR>
                    <a:lnT w="12700" cap="flat" cmpd="sng" algn="ctr">
                      <a:solidFill>
                        <a:srgbClr val="F0D12C"/>
                      </a:solidFill>
                      <a:prstDash val="solid"/>
                      <a:round/>
                      <a:headEnd type="none" w="med" len="med"/>
                      <a:tailEnd type="none" w="med" len="med"/>
                    </a:lnT>
                    <a:lnB w="6350" cap="flat" cmpd="sng" algn="ctr">
                      <a:solidFill>
                        <a:srgbClr val="F0D12C"/>
                      </a:solidFill>
                      <a:prstDash val="solid"/>
                      <a:round/>
                      <a:headEnd type="none" w="med" len="med"/>
                      <a:tailEnd type="none" w="med" len="med"/>
                    </a:lnB>
                    <a:solidFill>
                      <a:srgbClr val="FFFFFF"/>
                    </a:solidFill>
                  </a:tcPr>
                </a:tc>
                <a:tc>
                  <a:txBody>
                    <a:bodyPr/>
                    <a:lstStyle/>
                    <a:p>
                      <a:pPr algn="ctr"/>
                      <a:r>
                        <a:rPr lang="en-IN" sz="4000" b="1" dirty="0">
                          <a:effectLst/>
                        </a:rPr>
                        <a:t>9</a:t>
                      </a:r>
                    </a:p>
                  </a:txBody>
                  <a:tcPr marL="50800" marR="50800" marT="50800" marB="50800" anchor="ctr">
                    <a:lnL w="12700" cap="flat" cmpd="sng" algn="ctr">
                      <a:solidFill>
                        <a:srgbClr val="D0D62C"/>
                      </a:solidFill>
                      <a:prstDash val="solid"/>
                      <a:round/>
                      <a:headEnd type="none" w="med" len="med"/>
                      <a:tailEnd type="none" w="med" len="med"/>
                    </a:lnL>
                    <a:lnR w="12700" cap="flat" cmpd="sng" algn="ctr">
                      <a:solidFill>
                        <a:srgbClr val="90D72C"/>
                      </a:solidFill>
                      <a:prstDash val="solid"/>
                      <a:round/>
                      <a:headEnd type="none" w="med" len="med"/>
                      <a:tailEnd type="none" w="med" len="med"/>
                    </a:lnR>
                    <a:lnT w="12700" cap="flat" cmpd="sng" algn="ctr">
                      <a:solidFill>
                        <a:srgbClr val="D0D62C"/>
                      </a:solidFill>
                      <a:prstDash val="solid"/>
                      <a:round/>
                      <a:headEnd type="none" w="med" len="med"/>
                      <a:tailEnd type="none" w="med" len="med"/>
                    </a:lnT>
                    <a:lnB w="6350" cap="flat" cmpd="sng" algn="ctr">
                      <a:solidFill>
                        <a:srgbClr val="D0D62C"/>
                      </a:solidFill>
                      <a:prstDash val="solid"/>
                      <a:round/>
                      <a:headEnd type="none" w="med" len="med"/>
                      <a:tailEnd type="none" w="med" len="med"/>
                    </a:lnB>
                    <a:solidFill>
                      <a:srgbClr val="FFFFFF"/>
                    </a:solidFill>
                  </a:tcPr>
                </a:tc>
                <a:tc>
                  <a:txBody>
                    <a:bodyPr/>
                    <a:lstStyle/>
                    <a:p>
                      <a:pPr algn="ctr"/>
                      <a:r>
                        <a:rPr lang="en-IN" sz="4000" b="1" dirty="0">
                          <a:effectLst/>
                        </a:rPr>
                        <a:t>5</a:t>
                      </a:r>
                    </a:p>
                  </a:txBody>
                  <a:tcPr marL="50800" marR="50800" marT="50800" marB="50800" anchor="ctr">
                    <a:lnL w="12700" cap="flat" cmpd="sng" algn="ctr">
                      <a:solidFill>
                        <a:srgbClr val="90D72C"/>
                      </a:solidFill>
                      <a:prstDash val="solid"/>
                      <a:round/>
                      <a:headEnd type="none" w="med" len="med"/>
                      <a:tailEnd type="none" w="med" len="med"/>
                    </a:lnL>
                    <a:lnR w="12700" cap="flat" cmpd="sng" algn="ctr">
                      <a:solidFill>
                        <a:srgbClr val="00D12C"/>
                      </a:solidFill>
                      <a:prstDash val="solid"/>
                      <a:round/>
                      <a:headEnd type="none" w="med" len="med"/>
                      <a:tailEnd type="none" w="med" len="med"/>
                    </a:lnR>
                    <a:lnT w="12700" cap="flat" cmpd="sng" algn="ctr">
                      <a:solidFill>
                        <a:srgbClr val="90D72C"/>
                      </a:solidFill>
                      <a:prstDash val="solid"/>
                      <a:round/>
                      <a:headEnd type="none" w="med" len="med"/>
                      <a:tailEnd type="none" w="med" len="med"/>
                    </a:lnT>
                    <a:lnB w="6350" cap="flat" cmpd="sng" algn="ctr">
                      <a:solidFill>
                        <a:srgbClr val="90D72C"/>
                      </a:solidFill>
                      <a:prstDash val="solid"/>
                      <a:round/>
                      <a:headEnd type="none" w="med" len="med"/>
                      <a:tailEnd type="none" w="med" len="med"/>
                    </a:lnB>
                    <a:solidFill>
                      <a:srgbClr val="FFFFFF"/>
                    </a:solidFill>
                  </a:tcPr>
                </a:tc>
                <a:tc>
                  <a:txBody>
                    <a:bodyPr/>
                    <a:lstStyle/>
                    <a:p>
                      <a:pPr algn="ctr"/>
                      <a:r>
                        <a:rPr lang="en-IN" sz="4000" b="1">
                          <a:effectLst/>
                        </a:rPr>
                        <a:t>16</a:t>
                      </a:r>
                    </a:p>
                  </a:txBody>
                  <a:tcPr marL="50800" marR="50800" marT="50800" marB="50800" anchor="ctr">
                    <a:lnL w="12700" cap="flat" cmpd="sng" algn="ctr">
                      <a:solidFill>
                        <a:srgbClr val="00D12C"/>
                      </a:solidFill>
                      <a:prstDash val="solid"/>
                      <a:round/>
                      <a:headEnd type="none" w="med" len="med"/>
                      <a:tailEnd type="none" w="med" len="med"/>
                    </a:lnL>
                    <a:lnR w="12700" cap="flat" cmpd="sng" algn="ctr">
                      <a:solidFill>
                        <a:srgbClr val="B0D52C"/>
                      </a:solidFill>
                      <a:prstDash val="solid"/>
                      <a:round/>
                      <a:headEnd type="none" w="med" len="med"/>
                      <a:tailEnd type="none" w="med" len="med"/>
                    </a:lnR>
                    <a:lnT w="12700" cap="flat" cmpd="sng" algn="ctr">
                      <a:solidFill>
                        <a:srgbClr val="00D12C"/>
                      </a:solidFill>
                      <a:prstDash val="solid"/>
                      <a:round/>
                      <a:headEnd type="none" w="med" len="med"/>
                      <a:tailEnd type="none" w="med" len="med"/>
                    </a:lnT>
                    <a:lnB w="6350" cap="flat" cmpd="sng" algn="ctr">
                      <a:solidFill>
                        <a:srgbClr val="00D12C"/>
                      </a:solidFill>
                      <a:prstDash val="solid"/>
                      <a:round/>
                      <a:headEnd type="none" w="med" len="med"/>
                      <a:tailEnd type="none" w="med" len="med"/>
                    </a:lnB>
                    <a:solidFill>
                      <a:srgbClr val="FFFFFF"/>
                    </a:solidFill>
                  </a:tcPr>
                </a:tc>
                <a:tc>
                  <a:txBody>
                    <a:bodyPr/>
                    <a:lstStyle/>
                    <a:p>
                      <a:pPr algn="ctr"/>
                      <a:r>
                        <a:rPr lang="en-IN" sz="4000" b="1" dirty="0">
                          <a:effectLst/>
                        </a:rPr>
                        <a:t>17</a:t>
                      </a:r>
                    </a:p>
                  </a:txBody>
                  <a:tcPr marL="50800" marR="50800" marT="50800" marB="50800" anchor="ctr">
                    <a:lnL w="12700" cap="flat" cmpd="sng" algn="ctr">
                      <a:solidFill>
                        <a:srgbClr val="B0D52C"/>
                      </a:solidFill>
                      <a:prstDash val="solid"/>
                      <a:round/>
                      <a:headEnd type="none" w="med" len="med"/>
                      <a:tailEnd type="none" w="med" len="med"/>
                    </a:lnL>
                    <a:lnR w="12700" cap="flat" cmpd="sng" algn="ctr">
                      <a:solidFill>
                        <a:srgbClr val="20E42C"/>
                      </a:solidFill>
                      <a:prstDash val="solid"/>
                      <a:round/>
                      <a:headEnd type="none" w="med" len="med"/>
                      <a:tailEnd type="none" w="med" len="med"/>
                    </a:lnR>
                    <a:lnT w="12700" cap="flat" cmpd="sng" algn="ctr">
                      <a:solidFill>
                        <a:srgbClr val="B0D52C"/>
                      </a:solidFill>
                      <a:prstDash val="solid"/>
                      <a:round/>
                      <a:headEnd type="none" w="med" len="med"/>
                      <a:tailEnd type="none" w="med" len="med"/>
                    </a:lnT>
                    <a:lnB w="6350" cap="flat" cmpd="sng" algn="ctr">
                      <a:solidFill>
                        <a:srgbClr val="B0D52C"/>
                      </a:solidFill>
                      <a:prstDash val="solid"/>
                      <a:round/>
                      <a:headEnd type="none" w="med" len="med"/>
                      <a:tailEnd type="none" w="med" len="med"/>
                    </a:lnB>
                    <a:solidFill>
                      <a:srgbClr val="FFFF00"/>
                    </a:solidFill>
                  </a:tcPr>
                </a:tc>
                <a:tc>
                  <a:txBody>
                    <a:bodyPr/>
                    <a:lstStyle/>
                    <a:p>
                      <a:pPr algn="ctr"/>
                      <a:r>
                        <a:rPr lang="en-IN" sz="4000" b="1" dirty="0">
                          <a:effectLst/>
                        </a:rPr>
                        <a:t>8</a:t>
                      </a:r>
                    </a:p>
                  </a:txBody>
                  <a:tcPr marL="50800" marR="50800" marT="50800" marB="50800" anchor="ctr">
                    <a:lnL w="12700" cap="flat" cmpd="sng" algn="ctr">
                      <a:solidFill>
                        <a:srgbClr val="20E42C"/>
                      </a:solidFill>
                      <a:prstDash val="solid"/>
                      <a:round/>
                      <a:headEnd type="none" w="med" len="med"/>
                      <a:tailEnd type="none" w="med" len="med"/>
                    </a:lnL>
                    <a:lnR w="12700" cap="flat" cmpd="sng" algn="ctr">
                      <a:solidFill>
                        <a:srgbClr val="F0DD2C"/>
                      </a:solidFill>
                      <a:prstDash val="solid"/>
                      <a:round/>
                      <a:headEnd type="none" w="med" len="med"/>
                      <a:tailEnd type="none" w="med" len="med"/>
                    </a:lnR>
                    <a:lnT w="12700" cap="flat" cmpd="sng" algn="ctr">
                      <a:solidFill>
                        <a:srgbClr val="20E42C"/>
                      </a:solidFill>
                      <a:prstDash val="solid"/>
                      <a:round/>
                      <a:headEnd type="none" w="med" len="med"/>
                      <a:tailEnd type="none" w="med" len="med"/>
                    </a:lnT>
                    <a:lnB w="6350" cap="flat" cmpd="sng" algn="ctr">
                      <a:solidFill>
                        <a:srgbClr val="20E42C"/>
                      </a:solidFill>
                      <a:prstDash val="solid"/>
                      <a:round/>
                      <a:headEnd type="none" w="med" len="med"/>
                      <a:tailEnd type="none" w="med" len="med"/>
                    </a:lnB>
                    <a:solidFill>
                      <a:srgbClr val="FFFFFF"/>
                    </a:solidFill>
                  </a:tcPr>
                </a:tc>
                <a:tc>
                  <a:txBody>
                    <a:bodyPr/>
                    <a:lstStyle/>
                    <a:p>
                      <a:pPr algn="ctr"/>
                      <a:r>
                        <a:rPr lang="en-IN" sz="4000" b="1" dirty="0">
                          <a:effectLst/>
                        </a:rPr>
                        <a:t>6</a:t>
                      </a:r>
                    </a:p>
                  </a:txBody>
                  <a:tcPr marL="50800" marR="50800" marT="50800" marB="50800" anchor="ctr">
                    <a:lnL w="12700" cap="flat" cmpd="sng" algn="ctr">
                      <a:solidFill>
                        <a:srgbClr val="F0DD2C"/>
                      </a:solidFill>
                      <a:prstDash val="solid"/>
                      <a:round/>
                      <a:headEnd type="none" w="med" len="med"/>
                      <a:tailEnd type="none" w="med" len="med"/>
                    </a:lnL>
                    <a:lnR w="6350" cap="flat" cmpd="sng" algn="ctr">
                      <a:solidFill>
                        <a:srgbClr val="F0DD2C"/>
                      </a:solidFill>
                      <a:prstDash val="solid"/>
                      <a:round/>
                      <a:headEnd type="none" w="med" len="med"/>
                      <a:tailEnd type="none" w="med" len="med"/>
                    </a:lnR>
                    <a:lnT w="12700" cap="flat" cmpd="sng" algn="ctr">
                      <a:solidFill>
                        <a:srgbClr val="F0DD2C"/>
                      </a:solidFill>
                      <a:prstDash val="solid"/>
                      <a:round/>
                      <a:headEnd type="none" w="med" len="med"/>
                      <a:tailEnd type="none" w="med" len="med"/>
                    </a:lnT>
                    <a:lnB w="6350" cap="flat" cmpd="sng" algn="ctr">
                      <a:solidFill>
                        <a:srgbClr val="F0DD2C"/>
                      </a:solidFill>
                      <a:prstDash val="solid"/>
                      <a:round/>
                      <a:headEnd type="none" w="med" len="med"/>
                      <a:tailEnd type="none" w="med" len="med"/>
                    </a:lnB>
                    <a:solidFill>
                      <a:srgbClr val="FFFFFF"/>
                    </a:solidFill>
                  </a:tcPr>
                </a:tc>
                <a:extLst>
                  <a:ext uri="{0D108BD9-81ED-4DB2-BD59-A6C34878D82A}">
                    <a16:rowId xmlns:a16="http://schemas.microsoft.com/office/drawing/2014/main" val="2293886370"/>
                  </a:ext>
                </a:extLst>
              </a:tr>
            </a:tbl>
          </a:graphicData>
        </a:graphic>
      </p:graphicFrame>
      <p:pic>
        <p:nvPicPr>
          <p:cNvPr id="8194" name="Picture 2" descr="Inserting a New Node 17 in AVL Tree">
            <a:extLst>
              <a:ext uri="{FF2B5EF4-FFF2-40B4-BE49-F238E27FC236}">
                <a16:creationId xmlns:a16="http://schemas.microsoft.com/office/drawing/2014/main" id="{BEAD44F2-97F9-5BDF-EA14-719EF0B360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2455" b="1"/>
          <a:stretch/>
        </p:blipFill>
        <p:spPr bwMode="auto">
          <a:xfrm>
            <a:off x="2455444" y="2715501"/>
            <a:ext cx="7803060" cy="3347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24306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32193B11-57E9-C033-9C11-EFC1FA1B9E5B}"/>
              </a:ext>
            </a:extLst>
          </p:cNvPr>
          <p:cNvSpPr>
            <a:spLocks noGrp="1"/>
          </p:cNvSpPr>
          <p:nvPr>
            <p:ph type="dt" sz="half" idx="10"/>
          </p:nvPr>
        </p:nvSpPr>
        <p:spPr/>
        <p:txBody>
          <a:bodyPr/>
          <a:lstStyle/>
          <a:p>
            <a:fld id="{7AB90BDF-7B1B-44BF-8D2B-E4A9B82088AD}" type="datetime1">
              <a:rPr lang="en-IN" smtClean="0"/>
              <a:t>02-05-2024</a:t>
            </a:fld>
            <a:endParaRPr lang="en-IN"/>
          </a:p>
        </p:txBody>
      </p:sp>
      <p:sp>
        <p:nvSpPr>
          <p:cNvPr id="6" name="Footer Placeholder 5">
            <a:extLst>
              <a:ext uri="{FF2B5EF4-FFF2-40B4-BE49-F238E27FC236}">
                <a16:creationId xmlns:a16="http://schemas.microsoft.com/office/drawing/2014/main" id="{39561AD3-346E-B611-8251-9738E49BF1F2}"/>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97F4D82D-F0FF-2650-8D12-88CF3D3561B6}"/>
              </a:ext>
            </a:extLst>
          </p:cNvPr>
          <p:cNvSpPr>
            <a:spLocks noGrp="1"/>
          </p:cNvSpPr>
          <p:nvPr>
            <p:ph type="sldNum" sz="quarter" idx="12"/>
          </p:nvPr>
        </p:nvSpPr>
        <p:spPr/>
        <p:txBody>
          <a:bodyPr/>
          <a:lstStyle/>
          <a:p>
            <a:fld id="{BA31EB0C-5590-401D-B2AF-7A2046961168}" type="slidenum">
              <a:rPr lang="en-IN" smtClean="0"/>
              <a:t>35</a:t>
            </a:fld>
            <a:endParaRPr lang="en-IN"/>
          </a:p>
        </p:txBody>
      </p:sp>
      <p:sp>
        <p:nvSpPr>
          <p:cNvPr id="8" name="Title 1">
            <a:extLst>
              <a:ext uri="{FF2B5EF4-FFF2-40B4-BE49-F238E27FC236}">
                <a16:creationId xmlns:a16="http://schemas.microsoft.com/office/drawing/2014/main" id="{A6ED855C-4916-A58B-9117-FB90C5997337}"/>
              </a:ext>
            </a:extLst>
          </p:cNvPr>
          <p:cNvSpPr>
            <a:spLocks noGrp="1"/>
          </p:cNvSpPr>
          <p:nvPr>
            <p:ph type="title"/>
          </p:nvPr>
        </p:nvSpPr>
        <p:spPr>
          <a:xfrm>
            <a:off x="578319" y="1393156"/>
            <a:ext cx="11353800" cy="147204"/>
          </a:xfrm>
        </p:spPr>
        <p:txBody>
          <a:bodyPr>
            <a:normAutofit fontScale="90000"/>
          </a:bodyPr>
          <a:lstStyle/>
          <a:p>
            <a:r>
              <a:rPr lang="en-US" b="1" dirty="0">
                <a:solidFill>
                  <a:srgbClr val="00B050"/>
                </a:solidFill>
                <a:latin typeface="+mn-lt"/>
              </a:rPr>
              <a:t>Construct an AVL tree having the following elements</a:t>
            </a:r>
            <a:br>
              <a:rPr lang="en-US" b="1" dirty="0">
                <a:solidFill>
                  <a:srgbClr val="00B050"/>
                </a:solidFill>
                <a:latin typeface="+mn-lt"/>
              </a:rPr>
            </a:br>
            <a:endParaRPr lang="en-IN" b="1" dirty="0">
              <a:latin typeface="+mn-lt"/>
            </a:endParaRPr>
          </a:p>
        </p:txBody>
      </p:sp>
      <p:graphicFrame>
        <p:nvGraphicFramePr>
          <p:cNvPr id="9" name="Table 8">
            <a:extLst>
              <a:ext uri="{FF2B5EF4-FFF2-40B4-BE49-F238E27FC236}">
                <a16:creationId xmlns:a16="http://schemas.microsoft.com/office/drawing/2014/main" id="{836C4F07-FADB-9E69-37B0-B0492B18B4B1}"/>
              </a:ext>
            </a:extLst>
          </p:cNvPr>
          <p:cNvGraphicFramePr>
            <a:graphicFrameLocks noGrp="1"/>
          </p:cNvGraphicFramePr>
          <p:nvPr/>
        </p:nvGraphicFramePr>
        <p:xfrm>
          <a:off x="997419" y="1719036"/>
          <a:ext cx="10515600" cy="711200"/>
        </p:xfrm>
        <a:graphic>
          <a:graphicData uri="http://schemas.openxmlformats.org/drawingml/2006/table">
            <a:tbl>
              <a:tblPr/>
              <a:tblGrid>
                <a:gridCol w="1168400">
                  <a:extLst>
                    <a:ext uri="{9D8B030D-6E8A-4147-A177-3AD203B41FA5}">
                      <a16:colId xmlns:a16="http://schemas.microsoft.com/office/drawing/2014/main" val="2887028377"/>
                    </a:ext>
                  </a:extLst>
                </a:gridCol>
                <a:gridCol w="1168400">
                  <a:extLst>
                    <a:ext uri="{9D8B030D-6E8A-4147-A177-3AD203B41FA5}">
                      <a16:colId xmlns:a16="http://schemas.microsoft.com/office/drawing/2014/main" val="1429197691"/>
                    </a:ext>
                  </a:extLst>
                </a:gridCol>
                <a:gridCol w="1168400">
                  <a:extLst>
                    <a:ext uri="{9D8B030D-6E8A-4147-A177-3AD203B41FA5}">
                      <a16:colId xmlns:a16="http://schemas.microsoft.com/office/drawing/2014/main" val="1352333606"/>
                    </a:ext>
                  </a:extLst>
                </a:gridCol>
                <a:gridCol w="1168400">
                  <a:extLst>
                    <a:ext uri="{9D8B030D-6E8A-4147-A177-3AD203B41FA5}">
                      <a16:colId xmlns:a16="http://schemas.microsoft.com/office/drawing/2014/main" val="1659318143"/>
                    </a:ext>
                  </a:extLst>
                </a:gridCol>
                <a:gridCol w="1168400">
                  <a:extLst>
                    <a:ext uri="{9D8B030D-6E8A-4147-A177-3AD203B41FA5}">
                      <a16:colId xmlns:a16="http://schemas.microsoft.com/office/drawing/2014/main" val="3703073645"/>
                    </a:ext>
                  </a:extLst>
                </a:gridCol>
                <a:gridCol w="1168400">
                  <a:extLst>
                    <a:ext uri="{9D8B030D-6E8A-4147-A177-3AD203B41FA5}">
                      <a16:colId xmlns:a16="http://schemas.microsoft.com/office/drawing/2014/main" val="3821776635"/>
                    </a:ext>
                  </a:extLst>
                </a:gridCol>
                <a:gridCol w="1168400">
                  <a:extLst>
                    <a:ext uri="{9D8B030D-6E8A-4147-A177-3AD203B41FA5}">
                      <a16:colId xmlns:a16="http://schemas.microsoft.com/office/drawing/2014/main" val="1945072407"/>
                    </a:ext>
                  </a:extLst>
                </a:gridCol>
                <a:gridCol w="1168400">
                  <a:extLst>
                    <a:ext uri="{9D8B030D-6E8A-4147-A177-3AD203B41FA5}">
                      <a16:colId xmlns:a16="http://schemas.microsoft.com/office/drawing/2014/main" val="774203884"/>
                    </a:ext>
                  </a:extLst>
                </a:gridCol>
                <a:gridCol w="1168400">
                  <a:extLst>
                    <a:ext uri="{9D8B030D-6E8A-4147-A177-3AD203B41FA5}">
                      <a16:colId xmlns:a16="http://schemas.microsoft.com/office/drawing/2014/main" val="3496078218"/>
                    </a:ext>
                  </a:extLst>
                </a:gridCol>
              </a:tblGrid>
              <a:tr h="0">
                <a:tc>
                  <a:txBody>
                    <a:bodyPr/>
                    <a:lstStyle/>
                    <a:p>
                      <a:pPr algn="ctr"/>
                      <a:r>
                        <a:rPr lang="en-IN" sz="4000" b="1" dirty="0">
                          <a:effectLst/>
                        </a:rPr>
                        <a:t>10</a:t>
                      </a:r>
                    </a:p>
                  </a:txBody>
                  <a:tcPr marL="50800" marR="50800" marT="50800" marB="50800" anchor="ctr">
                    <a:lnL w="12700" cap="flat" cmpd="sng" algn="ctr">
                      <a:solidFill>
                        <a:srgbClr val="90C52C"/>
                      </a:solidFill>
                      <a:prstDash val="solid"/>
                      <a:round/>
                      <a:headEnd type="none" w="med" len="med"/>
                      <a:tailEnd type="none" w="med" len="med"/>
                    </a:lnL>
                    <a:lnR w="12700" cap="flat" cmpd="sng" algn="ctr">
                      <a:solidFill>
                        <a:srgbClr val="10D92C"/>
                      </a:solidFill>
                      <a:prstDash val="solid"/>
                      <a:round/>
                      <a:headEnd type="none" w="med" len="med"/>
                      <a:tailEnd type="none" w="med" len="med"/>
                    </a:lnR>
                    <a:lnT w="12700" cap="flat" cmpd="sng" algn="ctr">
                      <a:solidFill>
                        <a:srgbClr val="90C52C"/>
                      </a:solidFill>
                      <a:prstDash val="solid"/>
                      <a:round/>
                      <a:headEnd type="none" w="med" len="med"/>
                      <a:tailEnd type="none" w="med" len="med"/>
                    </a:lnT>
                    <a:lnB w="6350" cap="flat" cmpd="sng" algn="ctr">
                      <a:solidFill>
                        <a:srgbClr val="90C52C"/>
                      </a:solidFill>
                      <a:prstDash val="solid"/>
                      <a:round/>
                      <a:headEnd type="none" w="med" len="med"/>
                      <a:tailEnd type="none" w="med" len="med"/>
                    </a:lnB>
                    <a:solidFill>
                      <a:srgbClr val="FFFFFF"/>
                    </a:solidFill>
                  </a:tcPr>
                </a:tc>
                <a:tc>
                  <a:txBody>
                    <a:bodyPr/>
                    <a:lstStyle/>
                    <a:p>
                      <a:pPr algn="ctr"/>
                      <a:r>
                        <a:rPr lang="en-IN" sz="4000" b="1">
                          <a:effectLst/>
                        </a:rPr>
                        <a:t>15</a:t>
                      </a:r>
                    </a:p>
                  </a:txBody>
                  <a:tcPr marL="50800" marR="50800" marT="50800" marB="50800" anchor="ctr">
                    <a:lnL w="12700" cap="flat" cmpd="sng" algn="ctr">
                      <a:solidFill>
                        <a:srgbClr val="10D92C"/>
                      </a:solidFill>
                      <a:prstDash val="solid"/>
                      <a:round/>
                      <a:headEnd type="none" w="med" len="med"/>
                      <a:tailEnd type="none" w="med" len="med"/>
                    </a:lnL>
                    <a:lnR w="12700" cap="flat" cmpd="sng" algn="ctr">
                      <a:solidFill>
                        <a:srgbClr val="F0D12C"/>
                      </a:solidFill>
                      <a:prstDash val="solid"/>
                      <a:round/>
                      <a:headEnd type="none" w="med" len="med"/>
                      <a:tailEnd type="none" w="med" len="med"/>
                    </a:lnR>
                    <a:lnT w="12700" cap="flat" cmpd="sng" algn="ctr">
                      <a:solidFill>
                        <a:srgbClr val="10D92C"/>
                      </a:solidFill>
                      <a:prstDash val="solid"/>
                      <a:round/>
                      <a:headEnd type="none" w="med" len="med"/>
                      <a:tailEnd type="none" w="med" len="med"/>
                    </a:lnT>
                    <a:lnB w="6350" cap="flat" cmpd="sng" algn="ctr">
                      <a:solidFill>
                        <a:srgbClr val="10D92C"/>
                      </a:solidFill>
                      <a:prstDash val="solid"/>
                      <a:round/>
                      <a:headEnd type="none" w="med" len="med"/>
                      <a:tailEnd type="none" w="med" len="med"/>
                    </a:lnB>
                    <a:solidFill>
                      <a:srgbClr val="FFFFFF"/>
                    </a:solidFill>
                  </a:tcPr>
                </a:tc>
                <a:tc>
                  <a:txBody>
                    <a:bodyPr/>
                    <a:lstStyle/>
                    <a:p>
                      <a:pPr algn="ctr"/>
                      <a:r>
                        <a:rPr lang="en-IN" sz="4000" b="1" dirty="0">
                          <a:effectLst/>
                        </a:rPr>
                        <a:t>20</a:t>
                      </a:r>
                    </a:p>
                  </a:txBody>
                  <a:tcPr marL="50800" marR="50800" marT="50800" marB="50800" anchor="ctr">
                    <a:lnL w="12700" cap="flat" cmpd="sng" algn="ctr">
                      <a:solidFill>
                        <a:srgbClr val="F0D12C"/>
                      </a:solidFill>
                      <a:prstDash val="solid"/>
                      <a:round/>
                      <a:headEnd type="none" w="med" len="med"/>
                      <a:tailEnd type="none" w="med" len="med"/>
                    </a:lnL>
                    <a:lnR w="12700" cap="flat" cmpd="sng" algn="ctr">
                      <a:solidFill>
                        <a:srgbClr val="D0D62C"/>
                      </a:solidFill>
                      <a:prstDash val="solid"/>
                      <a:round/>
                      <a:headEnd type="none" w="med" len="med"/>
                      <a:tailEnd type="none" w="med" len="med"/>
                    </a:lnR>
                    <a:lnT w="12700" cap="flat" cmpd="sng" algn="ctr">
                      <a:solidFill>
                        <a:srgbClr val="F0D12C"/>
                      </a:solidFill>
                      <a:prstDash val="solid"/>
                      <a:round/>
                      <a:headEnd type="none" w="med" len="med"/>
                      <a:tailEnd type="none" w="med" len="med"/>
                    </a:lnT>
                    <a:lnB w="6350" cap="flat" cmpd="sng" algn="ctr">
                      <a:solidFill>
                        <a:srgbClr val="F0D12C"/>
                      </a:solidFill>
                      <a:prstDash val="solid"/>
                      <a:round/>
                      <a:headEnd type="none" w="med" len="med"/>
                      <a:tailEnd type="none" w="med" len="med"/>
                    </a:lnB>
                    <a:solidFill>
                      <a:srgbClr val="FFFFFF"/>
                    </a:solidFill>
                  </a:tcPr>
                </a:tc>
                <a:tc>
                  <a:txBody>
                    <a:bodyPr/>
                    <a:lstStyle/>
                    <a:p>
                      <a:pPr algn="ctr"/>
                      <a:r>
                        <a:rPr lang="en-IN" sz="4000" b="1" dirty="0">
                          <a:effectLst/>
                        </a:rPr>
                        <a:t>9</a:t>
                      </a:r>
                    </a:p>
                  </a:txBody>
                  <a:tcPr marL="50800" marR="50800" marT="50800" marB="50800" anchor="ctr">
                    <a:lnL w="12700" cap="flat" cmpd="sng" algn="ctr">
                      <a:solidFill>
                        <a:srgbClr val="D0D62C"/>
                      </a:solidFill>
                      <a:prstDash val="solid"/>
                      <a:round/>
                      <a:headEnd type="none" w="med" len="med"/>
                      <a:tailEnd type="none" w="med" len="med"/>
                    </a:lnL>
                    <a:lnR w="12700" cap="flat" cmpd="sng" algn="ctr">
                      <a:solidFill>
                        <a:srgbClr val="90D72C"/>
                      </a:solidFill>
                      <a:prstDash val="solid"/>
                      <a:round/>
                      <a:headEnd type="none" w="med" len="med"/>
                      <a:tailEnd type="none" w="med" len="med"/>
                    </a:lnR>
                    <a:lnT w="12700" cap="flat" cmpd="sng" algn="ctr">
                      <a:solidFill>
                        <a:srgbClr val="D0D62C"/>
                      </a:solidFill>
                      <a:prstDash val="solid"/>
                      <a:round/>
                      <a:headEnd type="none" w="med" len="med"/>
                      <a:tailEnd type="none" w="med" len="med"/>
                    </a:lnT>
                    <a:lnB w="6350" cap="flat" cmpd="sng" algn="ctr">
                      <a:solidFill>
                        <a:srgbClr val="D0D62C"/>
                      </a:solidFill>
                      <a:prstDash val="solid"/>
                      <a:round/>
                      <a:headEnd type="none" w="med" len="med"/>
                      <a:tailEnd type="none" w="med" len="med"/>
                    </a:lnB>
                    <a:solidFill>
                      <a:srgbClr val="FFFFFF"/>
                    </a:solidFill>
                  </a:tcPr>
                </a:tc>
                <a:tc>
                  <a:txBody>
                    <a:bodyPr/>
                    <a:lstStyle/>
                    <a:p>
                      <a:pPr algn="ctr"/>
                      <a:r>
                        <a:rPr lang="en-IN" sz="4000" b="1" dirty="0">
                          <a:effectLst/>
                        </a:rPr>
                        <a:t>5</a:t>
                      </a:r>
                    </a:p>
                  </a:txBody>
                  <a:tcPr marL="50800" marR="50800" marT="50800" marB="50800" anchor="ctr">
                    <a:lnL w="12700" cap="flat" cmpd="sng" algn="ctr">
                      <a:solidFill>
                        <a:srgbClr val="90D72C"/>
                      </a:solidFill>
                      <a:prstDash val="solid"/>
                      <a:round/>
                      <a:headEnd type="none" w="med" len="med"/>
                      <a:tailEnd type="none" w="med" len="med"/>
                    </a:lnL>
                    <a:lnR w="12700" cap="flat" cmpd="sng" algn="ctr">
                      <a:solidFill>
                        <a:srgbClr val="00D12C"/>
                      </a:solidFill>
                      <a:prstDash val="solid"/>
                      <a:round/>
                      <a:headEnd type="none" w="med" len="med"/>
                      <a:tailEnd type="none" w="med" len="med"/>
                    </a:lnR>
                    <a:lnT w="12700" cap="flat" cmpd="sng" algn="ctr">
                      <a:solidFill>
                        <a:srgbClr val="90D72C"/>
                      </a:solidFill>
                      <a:prstDash val="solid"/>
                      <a:round/>
                      <a:headEnd type="none" w="med" len="med"/>
                      <a:tailEnd type="none" w="med" len="med"/>
                    </a:lnT>
                    <a:lnB w="6350" cap="flat" cmpd="sng" algn="ctr">
                      <a:solidFill>
                        <a:srgbClr val="90D72C"/>
                      </a:solidFill>
                      <a:prstDash val="solid"/>
                      <a:round/>
                      <a:headEnd type="none" w="med" len="med"/>
                      <a:tailEnd type="none" w="med" len="med"/>
                    </a:lnB>
                    <a:solidFill>
                      <a:srgbClr val="FFFFFF"/>
                    </a:solidFill>
                  </a:tcPr>
                </a:tc>
                <a:tc>
                  <a:txBody>
                    <a:bodyPr/>
                    <a:lstStyle/>
                    <a:p>
                      <a:pPr algn="ctr"/>
                      <a:r>
                        <a:rPr lang="en-IN" sz="4000" b="1">
                          <a:effectLst/>
                        </a:rPr>
                        <a:t>16</a:t>
                      </a:r>
                    </a:p>
                  </a:txBody>
                  <a:tcPr marL="50800" marR="50800" marT="50800" marB="50800" anchor="ctr">
                    <a:lnL w="12700" cap="flat" cmpd="sng" algn="ctr">
                      <a:solidFill>
                        <a:srgbClr val="00D12C"/>
                      </a:solidFill>
                      <a:prstDash val="solid"/>
                      <a:round/>
                      <a:headEnd type="none" w="med" len="med"/>
                      <a:tailEnd type="none" w="med" len="med"/>
                    </a:lnL>
                    <a:lnR w="12700" cap="flat" cmpd="sng" algn="ctr">
                      <a:solidFill>
                        <a:srgbClr val="B0D52C"/>
                      </a:solidFill>
                      <a:prstDash val="solid"/>
                      <a:round/>
                      <a:headEnd type="none" w="med" len="med"/>
                      <a:tailEnd type="none" w="med" len="med"/>
                    </a:lnR>
                    <a:lnT w="12700" cap="flat" cmpd="sng" algn="ctr">
                      <a:solidFill>
                        <a:srgbClr val="00D12C"/>
                      </a:solidFill>
                      <a:prstDash val="solid"/>
                      <a:round/>
                      <a:headEnd type="none" w="med" len="med"/>
                      <a:tailEnd type="none" w="med" len="med"/>
                    </a:lnT>
                    <a:lnB w="6350" cap="flat" cmpd="sng" algn="ctr">
                      <a:solidFill>
                        <a:srgbClr val="00D12C"/>
                      </a:solidFill>
                      <a:prstDash val="solid"/>
                      <a:round/>
                      <a:headEnd type="none" w="med" len="med"/>
                      <a:tailEnd type="none" w="med" len="med"/>
                    </a:lnB>
                    <a:solidFill>
                      <a:srgbClr val="FFFFFF"/>
                    </a:solidFill>
                  </a:tcPr>
                </a:tc>
                <a:tc>
                  <a:txBody>
                    <a:bodyPr/>
                    <a:lstStyle/>
                    <a:p>
                      <a:pPr algn="ctr"/>
                      <a:r>
                        <a:rPr lang="en-IN" sz="4000" b="1" dirty="0">
                          <a:effectLst/>
                        </a:rPr>
                        <a:t>17</a:t>
                      </a:r>
                    </a:p>
                  </a:txBody>
                  <a:tcPr marL="50800" marR="50800" marT="50800" marB="50800" anchor="ctr">
                    <a:lnL w="12700" cap="flat" cmpd="sng" algn="ctr">
                      <a:solidFill>
                        <a:srgbClr val="B0D52C"/>
                      </a:solidFill>
                      <a:prstDash val="solid"/>
                      <a:round/>
                      <a:headEnd type="none" w="med" len="med"/>
                      <a:tailEnd type="none" w="med" len="med"/>
                    </a:lnL>
                    <a:lnR w="12700" cap="flat" cmpd="sng" algn="ctr">
                      <a:solidFill>
                        <a:srgbClr val="20E42C"/>
                      </a:solidFill>
                      <a:prstDash val="solid"/>
                      <a:round/>
                      <a:headEnd type="none" w="med" len="med"/>
                      <a:tailEnd type="none" w="med" len="med"/>
                    </a:lnR>
                    <a:lnT w="12700" cap="flat" cmpd="sng" algn="ctr">
                      <a:solidFill>
                        <a:srgbClr val="B0D52C"/>
                      </a:solidFill>
                      <a:prstDash val="solid"/>
                      <a:round/>
                      <a:headEnd type="none" w="med" len="med"/>
                      <a:tailEnd type="none" w="med" len="med"/>
                    </a:lnT>
                    <a:lnB w="6350" cap="flat" cmpd="sng" algn="ctr">
                      <a:solidFill>
                        <a:srgbClr val="B0D52C"/>
                      </a:solidFill>
                      <a:prstDash val="solid"/>
                      <a:round/>
                      <a:headEnd type="none" w="med" len="med"/>
                      <a:tailEnd type="none" w="med" len="med"/>
                    </a:lnB>
                    <a:solidFill>
                      <a:srgbClr val="FFFFFF"/>
                    </a:solidFill>
                  </a:tcPr>
                </a:tc>
                <a:tc>
                  <a:txBody>
                    <a:bodyPr/>
                    <a:lstStyle/>
                    <a:p>
                      <a:pPr algn="ctr"/>
                      <a:r>
                        <a:rPr lang="en-IN" sz="4000" b="1" dirty="0">
                          <a:effectLst/>
                        </a:rPr>
                        <a:t>8</a:t>
                      </a:r>
                    </a:p>
                  </a:txBody>
                  <a:tcPr marL="50800" marR="50800" marT="50800" marB="50800" anchor="ctr">
                    <a:lnL w="12700" cap="flat" cmpd="sng" algn="ctr">
                      <a:solidFill>
                        <a:srgbClr val="20E42C"/>
                      </a:solidFill>
                      <a:prstDash val="solid"/>
                      <a:round/>
                      <a:headEnd type="none" w="med" len="med"/>
                      <a:tailEnd type="none" w="med" len="med"/>
                    </a:lnL>
                    <a:lnR w="12700" cap="flat" cmpd="sng" algn="ctr">
                      <a:solidFill>
                        <a:srgbClr val="F0DD2C"/>
                      </a:solidFill>
                      <a:prstDash val="solid"/>
                      <a:round/>
                      <a:headEnd type="none" w="med" len="med"/>
                      <a:tailEnd type="none" w="med" len="med"/>
                    </a:lnR>
                    <a:lnT w="12700" cap="flat" cmpd="sng" algn="ctr">
                      <a:solidFill>
                        <a:srgbClr val="20E42C"/>
                      </a:solidFill>
                      <a:prstDash val="solid"/>
                      <a:round/>
                      <a:headEnd type="none" w="med" len="med"/>
                      <a:tailEnd type="none" w="med" len="med"/>
                    </a:lnT>
                    <a:lnB w="6350" cap="flat" cmpd="sng" algn="ctr">
                      <a:solidFill>
                        <a:srgbClr val="20E42C"/>
                      </a:solidFill>
                      <a:prstDash val="solid"/>
                      <a:round/>
                      <a:headEnd type="none" w="med" len="med"/>
                      <a:tailEnd type="none" w="med" len="med"/>
                    </a:lnB>
                    <a:solidFill>
                      <a:srgbClr val="FFFF00"/>
                    </a:solidFill>
                  </a:tcPr>
                </a:tc>
                <a:tc>
                  <a:txBody>
                    <a:bodyPr/>
                    <a:lstStyle/>
                    <a:p>
                      <a:pPr algn="ctr"/>
                      <a:r>
                        <a:rPr lang="en-IN" sz="4000" b="1" dirty="0">
                          <a:effectLst/>
                        </a:rPr>
                        <a:t>6</a:t>
                      </a:r>
                    </a:p>
                  </a:txBody>
                  <a:tcPr marL="50800" marR="50800" marT="50800" marB="50800" anchor="ctr">
                    <a:lnL w="12700" cap="flat" cmpd="sng" algn="ctr">
                      <a:solidFill>
                        <a:srgbClr val="F0DD2C"/>
                      </a:solidFill>
                      <a:prstDash val="solid"/>
                      <a:round/>
                      <a:headEnd type="none" w="med" len="med"/>
                      <a:tailEnd type="none" w="med" len="med"/>
                    </a:lnL>
                    <a:lnR w="6350" cap="flat" cmpd="sng" algn="ctr">
                      <a:solidFill>
                        <a:srgbClr val="F0DD2C"/>
                      </a:solidFill>
                      <a:prstDash val="solid"/>
                      <a:round/>
                      <a:headEnd type="none" w="med" len="med"/>
                      <a:tailEnd type="none" w="med" len="med"/>
                    </a:lnR>
                    <a:lnT w="12700" cap="flat" cmpd="sng" algn="ctr">
                      <a:solidFill>
                        <a:srgbClr val="F0DD2C"/>
                      </a:solidFill>
                      <a:prstDash val="solid"/>
                      <a:round/>
                      <a:headEnd type="none" w="med" len="med"/>
                      <a:tailEnd type="none" w="med" len="med"/>
                    </a:lnT>
                    <a:lnB w="6350" cap="flat" cmpd="sng" algn="ctr">
                      <a:solidFill>
                        <a:srgbClr val="F0DD2C"/>
                      </a:solidFill>
                      <a:prstDash val="solid"/>
                      <a:round/>
                      <a:headEnd type="none" w="med" len="med"/>
                      <a:tailEnd type="none" w="med" len="med"/>
                    </a:lnB>
                    <a:solidFill>
                      <a:srgbClr val="FFFFFF"/>
                    </a:solidFill>
                  </a:tcPr>
                </a:tc>
                <a:extLst>
                  <a:ext uri="{0D108BD9-81ED-4DB2-BD59-A6C34878D82A}">
                    <a16:rowId xmlns:a16="http://schemas.microsoft.com/office/drawing/2014/main" val="2293886370"/>
                  </a:ext>
                </a:extLst>
              </a:tr>
            </a:tbl>
          </a:graphicData>
        </a:graphic>
      </p:graphicFrame>
      <p:pic>
        <p:nvPicPr>
          <p:cNvPr id="9218" name="Picture 2" descr="Inserting a New Node 8 in AVL Tree">
            <a:extLst>
              <a:ext uri="{FF2B5EF4-FFF2-40B4-BE49-F238E27FC236}">
                <a16:creationId xmlns:a16="http://schemas.microsoft.com/office/drawing/2014/main" id="{E8623341-947D-DCCF-8E96-A35DB02EDE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536825"/>
            <a:ext cx="3048000" cy="3248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52458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758CA3A8-D122-F043-1268-4AA8252603A7}"/>
              </a:ext>
            </a:extLst>
          </p:cNvPr>
          <p:cNvSpPr>
            <a:spLocks noGrp="1"/>
          </p:cNvSpPr>
          <p:nvPr>
            <p:ph type="dt" sz="half" idx="10"/>
          </p:nvPr>
        </p:nvSpPr>
        <p:spPr/>
        <p:txBody>
          <a:bodyPr/>
          <a:lstStyle/>
          <a:p>
            <a:fld id="{795C69D7-AA86-4562-88BB-72B74D5148E9}" type="datetime1">
              <a:rPr lang="en-IN" smtClean="0"/>
              <a:t>02-05-2024</a:t>
            </a:fld>
            <a:endParaRPr lang="en-IN"/>
          </a:p>
        </p:txBody>
      </p:sp>
      <p:sp>
        <p:nvSpPr>
          <p:cNvPr id="6" name="Footer Placeholder 5">
            <a:extLst>
              <a:ext uri="{FF2B5EF4-FFF2-40B4-BE49-F238E27FC236}">
                <a16:creationId xmlns:a16="http://schemas.microsoft.com/office/drawing/2014/main" id="{8E8E0C85-3D74-28B5-1A80-452C724A0F91}"/>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60203574-6B60-484D-077B-211A03CE2C34}"/>
              </a:ext>
            </a:extLst>
          </p:cNvPr>
          <p:cNvSpPr>
            <a:spLocks noGrp="1"/>
          </p:cNvSpPr>
          <p:nvPr>
            <p:ph type="sldNum" sz="quarter" idx="12"/>
          </p:nvPr>
        </p:nvSpPr>
        <p:spPr/>
        <p:txBody>
          <a:bodyPr/>
          <a:lstStyle/>
          <a:p>
            <a:fld id="{BA31EB0C-5590-401D-B2AF-7A2046961168}" type="slidenum">
              <a:rPr lang="en-IN" smtClean="0"/>
              <a:t>36</a:t>
            </a:fld>
            <a:endParaRPr lang="en-IN"/>
          </a:p>
        </p:txBody>
      </p:sp>
      <p:pic>
        <p:nvPicPr>
          <p:cNvPr id="10242" name="Picture 2" descr="Inserting a New Node 6 in AVL Tree">
            <a:extLst>
              <a:ext uri="{FF2B5EF4-FFF2-40B4-BE49-F238E27FC236}">
                <a16:creationId xmlns:a16="http://schemas.microsoft.com/office/drawing/2014/main" id="{CF11AE15-D4F3-CC34-EAFF-64284D58C2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000"/>
          <a:stretch/>
        </p:blipFill>
        <p:spPr bwMode="auto">
          <a:xfrm>
            <a:off x="2628824" y="2536825"/>
            <a:ext cx="7323698" cy="390329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33083DD9-BC89-AFE0-A314-87FE6BF14A69}"/>
              </a:ext>
            </a:extLst>
          </p:cNvPr>
          <p:cNvSpPr>
            <a:spLocks noGrp="1"/>
          </p:cNvSpPr>
          <p:nvPr>
            <p:ph type="title"/>
          </p:nvPr>
        </p:nvSpPr>
        <p:spPr>
          <a:xfrm>
            <a:off x="578319" y="1393156"/>
            <a:ext cx="11353800" cy="147204"/>
          </a:xfrm>
        </p:spPr>
        <p:txBody>
          <a:bodyPr>
            <a:normAutofit fontScale="90000"/>
          </a:bodyPr>
          <a:lstStyle/>
          <a:p>
            <a:r>
              <a:rPr lang="en-US" b="1" dirty="0">
                <a:solidFill>
                  <a:srgbClr val="00B050"/>
                </a:solidFill>
                <a:latin typeface="+mn-lt"/>
              </a:rPr>
              <a:t>Construct an AVL tree having the following elements</a:t>
            </a:r>
            <a:br>
              <a:rPr lang="en-US" b="1" dirty="0">
                <a:solidFill>
                  <a:srgbClr val="00B050"/>
                </a:solidFill>
                <a:latin typeface="+mn-lt"/>
              </a:rPr>
            </a:br>
            <a:endParaRPr lang="en-IN" b="1" dirty="0">
              <a:latin typeface="+mn-lt"/>
            </a:endParaRPr>
          </a:p>
        </p:txBody>
      </p:sp>
      <p:graphicFrame>
        <p:nvGraphicFramePr>
          <p:cNvPr id="9" name="Table 8">
            <a:extLst>
              <a:ext uri="{FF2B5EF4-FFF2-40B4-BE49-F238E27FC236}">
                <a16:creationId xmlns:a16="http://schemas.microsoft.com/office/drawing/2014/main" id="{E8DA8709-4E14-9A0F-33FC-24F9F21145A8}"/>
              </a:ext>
            </a:extLst>
          </p:cNvPr>
          <p:cNvGraphicFramePr>
            <a:graphicFrameLocks noGrp="1"/>
          </p:cNvGraphicFramePr>
          <p:nvPr/>
        </p:nvGraphicFramePr>
        <p:xfrm>
          <a:off x="997419" y="1719036"/>
          <a:ext cx="10515600" cy="711200"/>
        </p:xfrm>
        <a:graphic>
          <a:graphicData uri="http://schemas.openxmlformats.org/drawingml/2006/table">
            <a:tbl>
              <a:tblPr/>
              <a:tblGrid>
                <a:gridCol w="1168400">
                  <a:extLst>
                    <a:ext uri="{9D8B030D-6E8A-4147-A177-3AD203B41FA5}">
                      <a16:colId xmlns:a16="http://schemas.microsoft.com/office/drawing/2014/main" val="2887028377"/>
                    </a:ext>
                  </a:extLst>
                </a:gridCol>
                <a:gridCol w="1168400">
                  <a:extLst>
                    <a:ext uri="{9D8B030D-6E8A-4147-A177-3AD203B41FA5}">
                      <a16:colId xmlns:a16="http://schemas.microsoft.com/office/drawing/2014/main" val="1429197691"/>
                    </a:ext>
                  </a:extLst>
                </a:gridCol>
                <a:gridCol w="1168400">
                  <a:extLst>
                    <a:ext uri="{9D8B030D-6E8A-4147-A177-3AD203B41FA5}">
                      <a16:colId xmlns:a16="http://schemas.microsoft.com/office/drawing/2014/main" val="1352333606"/>
                    </a:ext>
                  </a:extLst>
                </a:gridCol>
                <a:gridCol w="1168400">
                  <a:extLst>
                    <a:ext uri="{9D8B030D-6E8A-4147-A177-3AD203B41FA5}">
                      <a16:colId xmlns:a16="http://schemas.microsoft.com/office/drawing/2014/main" val="1659318143"/>
                    </a:ext>
                  </a:extLst>
                </a:gridCol>
                <a:gridCol w="1168400">
                  <a:extLst>
                    <a:ext uri="{9D8B030D-6E8A-4147-A177-3AD203B41FA5}">
                      <a16:colId xmlns:a16="http://schemas.microsoft.com/office/drawing/2014/main" val="3703073645"/>
                    </a:ext>
                  </a:extLst>
                </a:gridCol>
                <a:gridCol w="1168400">
                  <a:extLst>
                    <a:ext uri="{9D8B030D-6E8A-4147-A177-3AD203B41FA5}">
                      <a16:colId xmlns:a16="http://schemas.microsoft.com/office/drawing/2014/main" val="3821776635"/>
                    </a:ext>
                  </a:extLst>
                </a:gridCol>
                <a:gridCol w="1168400">
                  <a:extLst>
                    <a:ext uri="{9D8B030D-6E8A-4147-A177-3AD203B41FA5}">
                      <a16:colId xmlns:a16="http://schemas.microsoft.com/office/drawing/2014/main" val="1945072407"/>
                    </a:ext>
                  </a:extLst>
                </a:gridCol>
                <a:gridCol w="1168400">
                  <a:extLst>
                    <a:ext uri="{9D8B030D-6E8A-4147-A177-3AD203B41FA5}">
                      <a16:colId xmlns:a16="http://schemas.microsoft.com/office/drawing/2014/main" val="774203884"/>
                    </a:ext>
                  </a:extLst>
                </a:gridCol>
                <a:gridCol w="1168400">
                  <a:extLst>
                    <a:ext uri="{9D8B030D-6E8A-4147-A177-3AD203B41FA5}">
                      <a16:colId xmlns:a16="http://schemas.microsoft.com/office/drawing/2014/main" val="3496078218"/>
                    </a:ext>
                  </a:extLst>
                </a:gridCol>
              </a:tblGrid>
              <a:tr h="0">
                <a:tc>
                  <a:txBody>
                    <a:bodyPr/>
                    <a:lstStyle/>
                    <a:p>
                      <a:pPr algn="ctr"/>
                      <a:r>
                        <a:rPr lang="en-IN" sz="4000" b="1" dirty="0">
                          <a:effectLst/>
                        </a:rPr>
                        <a:t>10</a:t>
                      </a:r>
                    </a:p>
                  </a:txBody>
                  <a:tcPr marL="50800" marR="50800" marT="50800" marB="50800" anchor="ctr">
                    <a:lnL w="12700" cap="flat" cmpd="sng" algn="ctr">
                      <a:solidFill>
                        <a:srgbClr val="90C52C"/>
                      </a:solidFill>
                      <a:prstDash val="solid"/>
                      <a:round/>
                      <a:headEnd type="none" w="med" len="med"/>
                      <a:tailEnd type="none" w="med" len="med"/>
                    </a:lnL>
                    <a:lnR w="12700" cap="flat" cmpd="sng" algn="ctr">
                      <a:solidFill>
                        <a:srgbClr val="10D92C"/>
                      </a:solidFill>
                      <a:prstDash val="solid"/>
                      <a:round/>
                      <a:headEnd type="none" w="med" len="med"/>
                      <a:tailEnd type="none" w="med" len="med"/>
                    </a:lnR>
                    <a:lnT w="12700" cap="flat" cmpd="sng" algn="ctr">
                      <a:solidFill>
                        <a:srgbClr val="90C52C"/>
                      </a:solidFill>
                      <a:prstDash val="solid"/>
                      <a:round/>
                      <a:headEnd type="none" w="med" len="med"/>
                      <a:tailEnd type="none" w="med" len="med"/>
                    </a:lnT>
                    <a:lnB w="6350" cap="flat" cmpd="sng" algn="ctr">
                      <a:solidFill>
                        <a:srgbClr val="90C52C"/>
                      </a:solidFill>
                      <a:prstDash val="solid"/>
                      <a:round/>
                      <a:headEnd type="none" w="med" len="med"/>
                      <a:tailEnd type="none" w="med" len="med"/>
                    </a:lnB>
                    <a:solidFill>
                      <a:srgbClr val="FFFFFF"/>
                    </a:solidFill>
                  </a:tcPr>
                </a:tc>
                <a:tc>
                  <a:txBody>
                    <a:bodyPr/>
                    <a:lstStyle/>
                    <a:p>
                      <a:pPr algn="ctr"/>
                      <a:r>
                        <a:rPr lang="en-IN" sz="4000" b="1">
                          <a:effectLst/>
                        </a:rPr>
                        <a:t>15</a:t>
                      </a:r>
                    </a:p>
                  </a:txBody>
                  <a:tcPr marL="50800" marR="50800" marT="50800" marB="50800" anchor="ctr">
                    <a:lnL w="12700" cap="flat" cmpd="sng" algn="ctr">
                      <a:solidFill>
                        <a:srgbClr val="10D92C"/>
                      </a:solidFill>
                      <a:prstDash val="solid"/>
                      <a:round/>
                      <a:headEnd type="none" w="med" len="med"/>
                      <a:tailEnd type="none" w="med" len="med"/>
                    </a:lnL>
                    <a:lnR w="12700" cap="flat" cmpd="sng" algn="ctr">
                      <a:solidFill>
                        <a:srgbClr val="F0D12C"/>
                      </a:solidFill>
                      <a:prstDash val="solid"/>
                      <a:round/>
                      <a:headEnd type="none" w="med" len="med"/>
                      <a:tailEnd type="none" w="med" len="med"/>
                    </a:lnR>
                    <a:lnT w="12700" cap="flat" cmpd="sng" algn="ctr">
                      <a:solidFill>
                        <a:srgbClr val="10D92C"/>
                      </a:solidFill>
                      <a:prstDash val="solid"/>
                      <a:round/>
                      <a:headEnd type="none" w="med" len="med"/>
                      <a:tailEnd type="none" w="med" len="med"/>
                    </a:lnT>
                    <a:lnB w="6350" cap="flat" cmpd="sng" algn="ctr">
                      <a:solidFill>
                        <a:srgbClr val="10D92C"/>
                      </a:solidFill>
                      <a:prstDash val="solid"/>
                      <a:round/>
                      <a:headEnd type="none" w="med" len="med"/>
                      <a:tailEnd type="none" w="med" len="med"/>
                    </a:lnB>
                    <a:solidFill>
                      <a:srgbClr val="FFFFFF"/>
                    </a:solidFill>
                  </a:tcPr>
                </a:tc>
                <a:tc>
                  <a:txBody>
                    <a:bodyPr/>
                    <a:lstStyle/>
                    <a:p>
                      <a:pPr algn="ctr"/>
                      <a:r>
                        <a:rPr lang="en-IN" sz="4000" b="1" dirty="0">
                          <a:effectLst/>
                        </a:rPr>
                        <a:t>20</a:t>
                      </a:r>
                    </a:p>
                  </a:txBody>
                  <a:tcPr marL="50800" marR="50800" marT="50800" marB="50800" anchor="ctr">
                    <a:lnL w="12700" cap="flat" cmpd="sng" algn="ctr">
                      <a:solidFill>
                        <a:srgbClr val="F0D12C"/>
                      </a:solidFill>
                      <a:prstDash val="solid"/>
                      <a:round/>
                      <a:headEnd type="none" w="med" len="med"/>
                      <a:tailEnd type="none" w="med" len="med"/>
                    </a:lnL>
                    <a:lnR w="12700" cap="flat" cmpd="sng" algn="ctr">
                      <a:solidFill>
                        <a:srgbClr val="D0D62C"/>
                      </a:solidFill>
                      <a:prstDash val="solid"/>
                      <a:round/>
                      <a:headEnd type="none" w="med" len="med"/>
                      <a:tailEnd type="none" w="med" len="med"/>
                    </a:lnR>
                    <a:lnT w="12700" cap="flat" cmpd="sng" algn="ctr">
                      <a:solidFill>
                        <a:srgbClr val="F0D12C"/>
                      </a:solidFill>
                      <a:prstDash val="solid"/>
                      <a:round/>
                      <a:headEnd type="none" w="med" len="med"/>
                      <a:tailEnd type="none" w="med" len="med"/>
                    </a:lnT>
                    <a:lnB w="6350" cap="flat" cmpd="sng" algn="ctr">
                      <a:solidFill>
                        <a:srgbClr val="F0D12C"/>
                      </a:solidFill>
                      <a:prstDash val="solid"/>
                      <a:round/>
                      <a:headEnd type="none" w="med" len="med"/>
                      <a:tailEnd type="none" w="med" len="med"/>
                    </a:lnB>
                    <a:solidFill>
                      <a:srgbClr val="FFFFFF"/>
                    </a:solidFill>
                  </a:tcPr>
                </a:tc>
                <a:tc>
                  <a:txBody>
                    <a:bodyPr/>
                    <a:lstStyle/>
                    <a:p>
                      <a:pPr algn="ctr"/>
                      <a:r>
                        <a:rPr lang="en-IN" sz="4000" b="1" dirty="0">
                          <a:effectLst/>
                        </a:rPr>
                        <a:t>9</a:t>
                      </a:r>
                    </a:p>
                  </a:txBody>
                  <a:tcPr marL="50800" marR="50800" marT="50800" marB="50800" anchor="ctr">
                    <a:lnL w="12700" cap="flat" cmpd="sng" algn="ctr">
                      <a:solidFill>
                        <a:srgbClr val="D0D62C"/>
                      </a:solidFill>
                      <a:prstDash val="solid"/>
                      <a:round/>
                      <a:headEnd type="none" w="med" len="med"/>
                      <a:tailEnd type="none" w="med" len="med"/>
                    </a:lnL>
                    <a:lnR w="12700" cap="flat" cmpd="sng" algn="ctr">
                      <a:solidFill>
                        <a:srgbClr val="90D72C"/>
                      </a:solidFill>
                      <a:prstDash val="solid"/>
                      <a:round/>
                      <a:headEnd type="none" w="med" len="med"/>
                      <a:tailEnd type="none" w="med" len="med"/>
                    </a:lnR>
                    <a:lnT w="12700" cap="flat" cmpd="sng" algn="ctr">
                      <a:solidFill>
                        <a:srgbClr val="D0D62C"/>
                      </a:solidFill>
                      <a:prstDash val="solid"/>
                      <a:round/>
                      <a:headEnd type="none" w="med" len="med"/>
                      <a:tailEnd type="none" w="med" len="med"/>
                    </a:lnT>
                    <a:lnB w="6350" cap="flat" cmpd="sng" algn="ctr">
                      <a:solidFill>
                        <a:srgbClr val="D0D62C"/>
                      </a:solidFill>
                      <a:prstDash val="solid"/>
                      <a:round/>
                      <a:headEnd type="none" w="med" len="med"/>
                      <a:tailEnd type="none" w="med" len="med"/>
                    </a:lnB>
                    <a:solidFill>
                      <a:srgbClr val="FFFFFF"/>
                    </a:solidFill>
                  </a:tcPr>
                </a:tc>
                <a:tc>
                  <a:txBody>
                    <a:bodyPr/>
                    <a:lstStyle/>
                    <a:p>
                      <a:pPr algn="ctr"/>
                      <a:r>
                        <a:rPr lang="en-IN" sz="4000" b="1" dirty="0">
                          <a:effectLst/>
                        </a:rPr>
                        <a:t>5</a:t>
                      </a:r>
                    </a:p>
                  </a:txBody>
                  <a:tcPr marL="50800" marR="50800" marT="50800" marB="50800" anchor="ctr">
                    <a:lnL w="12700" cap="flat" cmpd="sng" algn="ctr">
                      <a:solidFill>
                        <a:srgbClr val="90D72C"/>
                      </a:solidFill>
                      <a:prstDash val="solid"/>
                      <a:round/>
                      <a:headEnd type="none" w="med" len="med"/>
                      <a:tailEnd type="none" w="med" len="med"/>
                    </a:lnL>
                    <a:lnR w="12700" cap="flat" cmpd="sng" algn="ctr">
                      <a:solidFill>
                        <a:srgbClr val="00D12C"/>
                      </a:solidFill>
                      <a:prstDash val="solid"/>
                      <a:round/>
                      <a:headEnd type="none" w="med" len="med"/>
                      <a:tailEnd type="none" w="med" len="med"/>
                    </a:lnR>
                    <a:lnT w="12700" cap="flat" cmpd="sng" algn="ctr">
                      <a:solidFill>
                        <a:srgbClr val="90D72C"/>
                      </a:solidFill>
                      <a:prstDash val="solid"/>
                      <a:round/>
                      <a:headEnd type="none" w="med" len="med"/>
                      <a:tailEnd type="none" w="med" len="med"/>
                    </a:lnT>
                    <a:lnB w="6350" cap="flat" cmpd="sng" algn="ctr">
                      <a:solidFill>
                        <a:srgbClr val="90D72C"/>
                      </a:solidFill>
                      <a:prstDash val="solid"/>
                      <a:round/>
                      <a:headEnd type="none" w="med" len="med"/>
                      <a:tailEnd type="none" w="med" len="med"/>
                    </a:lnB>
                    <a:solidFill>
                      <a:srgbClr val="FFFFFF"/>
                    </a:solidFill>
                  </a:tcPr>
                </a:tc>
                <a:tc>
                  <a:txBody>
                    <a:bodyPr/>
                    <a:lstStyle/>
                    <a:p>
                      <a:pPr algn="ctr"/>
                      <a:r>
                        <a:rPr lang="en-IN" sz="4000" b="1">
                          <a:effectLst/>
                        </a:rPr>
                        <a:t>16</a:t>
                      </a:r>
                    </a:p>
                  </a:txBody>
                  <a:tcPr marL="50800" marR="50800" marT="50800" marB="50800" anchor="ctr">
                    <a:lnL w="12700" cap="flat" cmpd="sng" algn="ctr">
                      <a:solidFill>
                        <a:srgbClr val="00D12C"/>
                      </a:solidFill>
                      <a:prstDash val="solid"/>
                      <a:round/>
                      <a:headEnd type="none" w="med" len="med"/>
                      <a:tailEnd type="none" w="med" len="med"/>
                    </a:lnL>
                    <a:lnR w="12700" cap="flat" cmpd="sng" algn="ctr">
                      <a:solidFill>
                        <a:srgbClr val="B0D52C"/>
                      </a:solidFill>
                      <a:prstDash val="solid"/>
                      <a:round/>
                      <a:headEnd type="none" w="med" len="med"/>
                      <a:tailEnd type="none" w="med" len="med"/>
                    </a:lnR>
                    <a:lnT w="12700" cap="flat" cmpd="sng" algn="ctr">
                      <a:solidFill>
                        <a:srgbClr val="00D12C"/>
                      </a:solidFill>
                      <a:prstDash val="solid"/>
                      <a:round/>
                      <a:headEnd type="none" w="med" len="med"/>
                      <a:tailEnd type="none" w="med" len="med"/>
                    </a:lnT>
                    <a:lnB w="6350" cap="flat" cmpd="sng" algn="ctr">
                      <a:solidFill>
                        <a:srgbClr val="00D12C"/>
                      </a:solidFill>
                      <a:prstDash val="solid"/>
                      <a:round/>
                      <a:headEnd type="none" w="med" len="med"/>
                      <a:tailEnd type="none" w="med" len="med"/>
                    </a:lnB>
                    <a:solidFill>
                      <a:srgbClr val="FFFFFF"/>
                    </a:solidFill>
                  </a:tcPr>
                </a:tc>
                <a:tc>
                  <a:txBody>
                    <a:bodyPr/>
                    <a:lstStyle/>
                    <a:p>
                      <a:pPr algn="ctr"/>
                      <a:r>
                        <a:rPr lang="en-IN" sz="4000" b="1" dirty="0">
                          <a:effectLst/>
                        </a:rPr>
                        <a:t>17</a:t>
                      </a:r>
                    </a:p>
                  </a:txBody>
                  <a:tcPr marL="50800" marR="50800" marT="50800" marB="50800" anchor="ctr">
                    <a:lnL w="12700" cap="flat" cmpd="sng" algn="ctr">
                      <a:solidFill>
                        <a:srgbClr val="B0D52C"/>
                      </a:solidFill>
                      <a:prstDash val="solid"/>
                      <a:round/>
                      <a:headEnd type="none" w="med" len="med"/>
                      <a:tailEnd type="none" w="med" len="med"/>
                    </a:lnL>
                    <a:lnR w="12700" cap="flat" cmpd="sng" algn="ctr">
                      <a:solidFill>
                        <a:srgbClr val="20E42C"/>
                      </a:solidFill>
                      <a:prstDash val="solid"/>
                      <a:round/>
                      <a:headEnd type="none" w="med" len="med"/>
                      <a:tailEnd type="none" w="med" len="med"/>
                    </a:lnR>
                    <a:lnT w="12700" cap="flat" cmpd="sng" algn="ctr">
                      <a:solidFill>
                        <a:srgbClr val="B0D52C"/>
                      </a:solidFill>
                      <a:prstDash val="solid"/>
                      <a:round/>
                      <a:headEnd type="none" w="med" len="med"/>
                      <a:tailEnd type="none" w="med" len="med"/>
                    </a:lnT>
                    <a:lnB w="6350" cap="flat" cmpd="sng" algn="ctr">
                      <a:solidFill>
                        <a:srgbClr val="B0D52C"/>
                      </a:solidFill>
                      <a:prstDash val="solid"/>
                      <a:round/>
                      <a:headEnd type="none" w="med" len="med"/>
                      <a:tailEnd type="none" w="med" len="med"/>
                    </a:lnB>
                    <a:solidFill>
                      <a:srgbClr val="FFFFFF"/>
                    </a:solidFill>
                  </a:tcPr>
                </a:tc>
                <a:tc>
                  <a:txBody>
                    <a:bodyPr/>
                    <a:lstStyle/>
                    <a:p>
                      <a:pPr algn="ctr"/>
                      <a:r>
                        <a:rPr lang="en-IN" sz="4000" b="1" dirty="0">
                          <a:effectLst/>
                        </a:rPr>
                        <a:t>8</a:t>
                      </a:r>
                    </a:p>
                  </a:txBody>
                  <a:tcPr marL="50800" marR="50800" marT="50800" marB="50800" anchor="ctr">
                    <a:lnL w="12700" cap="flat" cmpd="sng" algn="ctr">
                      <a:solidFill>
                        <a:srgbClr val="20E42C"/>
                      </a:solidFill>
                      <a:prstDash val="solid"/>
                      <a:round/>
                      <a:headEnd type="none" w="med" len="med"/>
                      <a:tailEnd type="none" w="med" len="med"/>
                    </a:lnL>
                    <a:lnR w="12700" cap="flat" cmpd="sng" algn="ctr">
                      <a:solidFill>
                        <a:srgbClr val="F0DD2C"/>
                      </a:solidFill>
                      <a:prstDash val="solid"/>
                      <a:round/>
                      <a:headEnd type="none" w="med" len="med"/>
                      <a:tailEnd type="none" w="med" len="med"/>
                    </a:lnR>
                    <a:lnT w="12700" cap="flat" cmpd="sng" algn="ctr">
                      <a:solidFill>
                        <a:srgbClr val="20E42C"/>
                      </a:solidFill>
                      <a:prstDash val="solid"/>
                      <a:round/>
                      <a:headEnd type="none" w="med" len="med"/>
                      <a:tailEnd type="none" w="med" len="med"/>
                    </a:lnT>
                    <a:lnB w="6350" cap="flat" cmpd="sng" algn="ctr">
                      <a:solidFill>
                        <a:srgbClr val="20E42C"/>
                      </a:solidFill>
                      <a:prstDash val="solid"/>
                      <a:round/>
                      <a:headEnd type="none" w="med" len="med"/>
                      <a:tailEnd type="none" w="med" len="med"/>
                    </a:lnB>
                    <a:solidFill>
                      <a:srgbClr val="FFFFFF"/>
                    </a:solidFill>
                  </a:tcPr>
                </a:tc>
                <a:tc>
                  <a:txBody>
                    <a:bodyPr/>
                    <a:lstStyle/>
                    <a:p>
                      <a:pPr algn="ctr"/>
                      <a:r>
                        <a:rPr lang="en-IN" sz="4000" b="1" dirty="0">
                          <a:effectLst/>
                        </a:rPr>
                        <a:t>6</a:t>
                      </a:r>
                    </a:p>
                  </a:txBody>
                  <a:tcPr marL="50800" marR="50800" marT="50800" marB="50800" anchor="ctr">
                    <a:lnL w="12700" cap="flat" cmpd="sng" algn="ctr">
                      <a:solidFill>
                        <a:srgbClr val="F0DD2C"/>
                      </a:solidFill>
                      <a:prstDash val="solid"/>
                      <a:round/>
                      <a:headEnd type="none" w="med" len="med"/>
                      <a:tailEnd type="none" w="med" len="med"/>
                    </a:lnL>
                    <a:lnR w="6350" cap="flat" cmpd="sng" algn="ctr">
                      <a:solidFill>
                        <a:srgbClr val="F0DD2C"/>
                      </a:solidFill>
                      <a:prstDash val="solid"/>
                      <a:round/>
                      <a:headEnd type="none" w="med" len="med"/>
                      <a:tailEnd type="none" w="med" len="med"/>
                    </a:lnR>
                    <a:lnT w="12700" cap="flat" cmpd="sng" algn="ctr">
                      <a:solidFill>
                        <a:srgbClr val="F0DD2C"/>
                      </a:solidFill>
                      <a:prstDash val="solid"/>
                      <a:round/>
                      <a:headEnd type="none" w="med" len="med"/>
                      <a:tailEnd type="none" w="med" len="med"/>
                    </a:lnT>
                    <a:lnB w="6350" cap="flat" cmpd="sng" algn="ctr">
                      <a:solidFill>
                        <a:srgbClr val="F0DD2C"/>
                      </a:solidFill>
                      <a:prstDash val="solid"/>
                      <a:round/>
                      <a:headEnd type="none" w="med" len="med"/>
                      <a:tailEnd type="none" w="med" len="med"/>
                    </a:lnB>
                    <a:solidFill>
                      <a:srgbClr val="FFFF00"/>
                    </a:solidFill>
                  </a:tcPr>
                </a:tc>
                <a:extLst>
                  <a:ext uri="{0D108BD9-81ED-4DB2-BD59-A6C34878D82A}">
                    <a16:rowId xmlns:a16="http://schemas.microsoft.com/office/drawing/2014/main" val="2293886370"/>
                  </a:ext>
                </a:extLst>
              </a:tr>
            </a:tbl>
          </a:graphicData>
        </a:graphic>
      </p:graphicFrame>
    </p:spTree>
    <p:extLst>
      <p:ext uri="{BB962C8B-B14F-4D97-AF65-F5344CB8AC3E}">
        <p14:creationId xmlns:p14="http://schemas.microsoft.com/office/powerpoint/2010/main" val="21878120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49DE52-8215-5ED2-677E-AF621C6526A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259BCD87-5E72-0897-DAB9-7B5B8A9FA276}"/>
              </a:ext>
            </a:extLst>
          </p:cNvPr>
          <p:cNvSpPr>
            <a:spLocks noGrp="1"/>
          </p:cNvSpPr>
          <p:nvPr>
            <p:ph type="dt" sz="half" idx="10"/>
          </p:nvPr>
        </p:nvSpPr>
        <p:spPr/>
        <p:txBody>
          <a:bodyPr/>
          <a:lstStyle/>
          <a:p>
            <a:fld id="{72C64F99-8F33-4CB0-BDB4-34DCB3A7CA5B}" type="datetime1">
              <a:rPr lang="en-IN" smtClean="0"/>
              <a:t>02-05-2024</a:t>
            </a:fld>
            <a:endParaRPr lang="en-IN"/>
          </a:p>
        </p:txBody>
      </p:sp>
      <p:sp>
        <p:nvSpPr>
          <p:cNvPr id="6" name="Footer Placeholder 5">
            <a:extLst>
              <a:ext uri="{FF2B5EF4-FFF2-40B4-BE49-F238E27FC236}">
                <a16:creationId xmlns:a16="http://schemas.microsoft.com/office/drawing/2014/main" id="{356B305C-7F55-B538-07CE-1BC8679FB58F}"/>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67541C89-BBA1-7A40-F634-5558D522A965}"/>
              </a:ext>
            </a:extLst>
          </p:cNvPr>
          <p:cNvSpPr>
            <a:spLocks noGrp="1"/>
          </p:cNvSpPr>
          <p:nvPr>
            <p:ph type="sldNum" sz="quarter" idx="12"/>
          </p:nvPr>
        </p:nvSpPr>
        <p:spPr/>
        <p:txBody>
          <a:bodyPr/>
          <a:lstStyle/>
          <a:p>
            <a:fld id="{BA31EB0C-5590-401D-B2AF-7A2046961168}" type="slidenum">
              <a:rPr lang="en-IN" smtClean="0"/>
              <a:t>37</a:t>
            </a:fld>
            <a:endParaRPr lang="en-IN"/>
          </a:p>
        </p:txBody>
      </p:sp>
      <p:sp>
        <p:nvSpPr>
          <p:cNvPr id="8" name="Title 1">
            <a:extLst>
              <a:ext uri="{FF2B5EF4-FFF2-40B4-BE49-F238E27FC236}">
                <a16:creationId xmlns:a16="http://schemas.microsoft.com/office/drawing/2014/main" id="{D83208E3-804B-673E-8A3C-B7E94302B556}"/>
              </a:ext>
            </a:extLst>
          </p:cNvPr>
          <p:cNvSpPr>
            <a:spLocks noGrp="1"/>
          </p:cNvSpPr>
          <p:nvPr>
            <p:ph type="title"/>
          </p:nvPr>
        </p:nvSpPr>
        <p:spPr>
          <a:xfrm>
            <a:off x="578319" y="1393156"/>
            <a:ext cx="11353800" cy="147204"/>
          </a:xfrm>
        </p:spPr>
        <p:txBody>
          <a:bodyPr>
            <a:normAutofit fontScale="90000"/>
          </a:bodyPr>
          <a:lstStyle/>
          <a:p>
            <a:r>
              <a:rPr lang="en-US" b="1" dirty="0">
                <a:solidFill>
                  <a:srgbClr val="00B050"/>
                </a:solidFill>
                <a:latin typeface="+mn-lt"/>
              </a:rPr>
              <a:t>Construct an AVL tree having the following elements</a:t>
            </a:r>
            <a:br>
              <a:rPr lang="en-US" b="1" dirty="0">
                <a:solidFill>
                  <a:srgbClr val="00B050"/>
                </a:solidFill>
                <a:latin typeface="+mn-lt"/>
              </a:rPr>
            </a:br>
            <a:endParaRPr lang="en-IN" b="1" dirty="0">
              <a:latin typeface="+mn-lt"/>
            </a:endParaRPr>
          </a:p>
        </p:txBody>
      </p:sp>
      <p:graphicFrame>
        <p:nvGraphicFramePr>
          <p:cNvPr id="9" name="Table 8">
            <a:extLst>
              <a:ext uri="{FF2B5EF4-FFF2-40B4-BE49-F238E27FC236}">
                <a16:creationId xmlns:a16="http://schemas.microsoft.com/office/drawing/2014/main" id="{B8CF12AF-25C3-D25B-2461-9A5557D81837}"/>
              </a:ext>
            </a:extLst>
          </p:cNvPr>
          <p:cNvGraphicFramePr>
            <a:graphicFrameLocks noGrp="1"/>
          </p:cNvGraphicFramePr>
          <p:nvPr/>
        </p:nvGraphicFramePr>
        <p:xfrm>
          <a:off x="997419" y="1719036"/>
          <a:ext cx="10515600" cy="711200"/>
        </p:xfrm>
        <a:graphic>
          <a:graphicData uri="http://schemas.openxmlformats.org/drawingml/2006/table">
            <a:tbl>
              <a:tblPr/>
              <a:tblGrid>
                <a:gridCol w="1168400">
                  <a:extLst>
                    <a:ext uri="{9D8B030D-6E8A-4147-A177-3AD203B41FA5}">
                      <a16:colId xmlns:a16="http://schemas.microsoft.com/office/drawing/2014/main" val="2887028377"/>
                    </a:ext>
                  </a:extLst>
                </a:gridCol>
                <a:gridCol w="1168400">
                  <a:extLst>
                    <a:ext uri="{9D8B030D-6E8A-4147-A177-3AD203B41FA5}">
                      <a16:colId xmlns:a16="http://schemas.microsoft.com/office/drawing/2014/main" val="1429197691"/>
                    </a:ext>
                  </a:extLst>
                </a:gridCol>
                <a:gridCol w="1168400">
                  <a:extLst>
                    <a:ext uri="{9D8B030D-6E8A-4147-A177-3AD203B41FA5}">
                      <a16:colId xmlns:a16="http://schemas.microsoft.com/office/drawing/2014/main" val="1352333606"/>
                    </a:ext>
                  </a:extLst>
                </a:gridCol>
                <a:gridCol w="1168400">
                  <a:extLst>
                    <a:ext uri="{9D8B030D-6E8A-4147-A177-3AD203B41FA5}">
                      <a16:colId xmlns:a16="http://schemas.microsoft.com/office/drawing/2014/main" val="1659318143"/>
                    </a:ext>
                  </a:extLst>
                </a:gridCol>
                <a:gridCol w="1168400">
                  <a:extLst>
                    <a:ext uri="{9D8B030D-6E8A-4147-A177-3AD203B41FA5}">
                      <a16:colId xmlns:a16="http://schemas.microsoft.com/office/drawing/2014/main" val="3703073645"/>
                    </a:ext>
                  </a:extLst>
                </a:gridCol>
                <a:gridCol w="1168400">
                  <a:extLst>
                    <a:ext uri="{9D8B030D-6E8A-4147-A177-3AD203B41FA5}">
                      <a16:colId xmlns:a16="http://schemas.microsoft.com/office/drawing/2014/main" val="3821776635"/>
                    </a:ext>
                  </a:extLst>
                </a:gridCol>
                <a:gridCol w="1168400">
                  <a:extLst>
                    <a:ext uri="{9D8B030D-6E8A-4147-A177-3AD203B41FA5}">
                      <a16:colId xmlns:a16="http://schemas.microsoft.com/office/drawing/2014/main" val="1945072407"/>
                    </a:ext>
                  </a:extLst>
                </a:gridCol>
                <a:gridCol w="1168400">
                  <a:extLst>
                    <a:ext uri="{9D8B030D-6E8A-4147-A177-3AD203B41FA5}">
                      <a16:colId xmlns:a16="http://schemas.microsoft.com/office/drawing/2014/main" val="774203884"/>
                    </a:ext>
                  </a:extLst>
                </a:gridCol>
                <a:gridCol w="1168400">
                  <a:extLst>
                    <a:ext uri="{9D8B030D-6E8A-4147-A177-3AD203B41FA5}">
                      <a16:colId xmlns:a16="http://schemas.microsoft.com/office/drawing/2014/main" val="3496078218"/>
                    </a:ext>
                  </a:extLst>
                </a:gridCol>
              </a:tblGrid>
              <a:tr h="0">
                <a:tc>
                  <a:txBody>
                    <a:bodyPr/>
                    <a:lstStyle/>
                    <a:p>
                      <a:pPr algn="ctr"/>
                      <a:r>
                        <a:rPr lang="en-IN" sz="4000" b="1" dirty="0">
                          <a:effectLst/>
                        </a:rPr>
                        <a:t>10</a:t>
                      </a:r>
                    </a:p>
                  </a:txBody>
                  <a:tcPr marL="50800" marR="50800" marT="50800" marB="50800" anchor="ctr">
                    <a:lnL w="12700" cap="flat" cmpd="sng" algn="ctr">
                      <a:solidFill>
                        <a:srgbClr val="90C52C"/>
                      </a:solidFill>
                      <a:prstDash val="solid"/>
                      <a:round/>
                      <a:headEnd type="none" w="med" len="med"/>
                      <a:tailEnd type="none" w="med" len="med"/>
                    </a:lnL>
                    <a:lnR w="12700" cap="flat" cmpd="sng" algn="ctr">
                      <a:solidFill>
                        <a:srgbClr val="10D92C"/>
                      </a:solidFill>
                      <a:prstDash val="solid"/>
                      <a:round/>
                      <a:headEnd type="none" w="med" len="med"/>
                      <a:tailEnd type="none" w="med" len="med"/>
                    </a:lnR>
                    <a:lnT w="12700" cap="flat" cmpd="sng" algn="ctr">
                      <a:solidFill>
                        <a:srgbClr val="90C52C"/>
                      </a:solidFill>
                      <a:prstDash val="solid"/>
                      <a:round/>
                      <a:headEnd type="none" w="med" len="med"/>
                      <a:tailEnd type="none" w="med" len="med"/>
                    </a:lnT>
                    <a:lnB w="6350" cap="flat" cmpd="sng" algn="ctr">
                      <a:solidFill>
                        <a:srgbClr val="90C52C"/>
                      </a:solidFill>
                      <a:prstDash val="solid"/>
                      <a:round/>
                      <a:headEnd type="none" w="med" len="med"/>
                      <a:tailEnd type="none" w="med" len="med"/>
                    </a:lnB>
                    <a:solidFill>
                      <a:srgbClr val="FFFFFF"/>
                    </a:solidFill>
                  </a:tcPr>
                </a:tc>
                <a:tc>
                  <a:txBody>
                    <a:bodyPr/>
                    <a:lstStyle/>
                    <a:p>
                      <a:pPr algn="ctr"/>
                      <a:r>
                        <a:rPr lang="en-IN" sz="4000" b="1">
                          <a:effectLst/>
                        </a:rPr>
                        <a:t>15</a:t>
                      </a:r>
                    </a:p>
                  </a:txBody>
                  <a:tcPr marL="50800" marR="50800" marT="50800" marB="50800" anchor="ctr">
                    <a:lnL w="12700" cap="flat" cmpd="sng" algn="ctr">
                      <a:solidFill>
                        <a:srgbClr val="10D92C"/>
                      </a:solidFill>
                      <a:prstDash val="solid"/>
                      <a:round/>
                      <a:headEnd type="none" w="med" len="med"/>
                      <a:tailEnd type="none" w="med" len="med"/>
                    </a:lnL>
                    <a:lnR w="12700" cap="flat" cmpd="sng" algn="ctr">
                      <a:solidFill>
                        <a:srgbClr val="F0D12C"/>
                      </a:solidFill>
                      <a:prstDash val="solid"/>
                      <a:round/>
                      <a:headEnd type="none" w="med" len="med"/>
                      <a:tailEnd type="none" w="med" len="med"/>
                    </a:lnR>
                    <a:lnT w="12700" cap="flat" cmpd="sng" algn="ctr">
                      <a:solidFill>
                        <a:srgbClr val="10D92C"/>
                      </a:solidFill>
                      <a:prstDash val="solid"/>
                      <a:round/>
                      <a:headEnd type="none" w="med" len="med"/>
                      <a:tailEnd type="none" w="med" len="med"/>
                    </a:lnT>
                    <a:lnB w="6350" cap="flat" cmpd="sng" algn="ctr">
                      <a:solidFill>
                        <a:srgbClr val="10D92C"/>
                      </a:solidFill>
                      <a:prstDash val="solid"/>
                      <a:round/>
                      <a:headEnd type="none" w="med" len="med"/>
                      <a:tailEnd type="none" w="med" len="med"/>
                    </a:lnB>
                    <a:solidFill>
                      <a:srgbClr val="FFFFFF"/>
                    </a:solidFill>
                  </a:tcPr>
                </a:tc>
                <a:tc>
                  <a:txBody>
                    <a:bodyPr/>
                    <a:lstStyle/>
                    <a:p>
                      <a:pPr algn="ctr"/>
                      <a:r>
                        <a:rPr lang="en-IN" sz="4000" b="1" dirty="0">
                          <a:effectLst/>
                        </a:rPr>
                        <a:t>20</a:t>
                      </a:r>
                    </a:p>
                  </a:txBody>
                  <a:tcPr marL="50800" marR="50800" marT="50800" marB="50800" anchor="ctr">
                    <a:lnL w="12700" cap="flat" cmpd="sng" algn="ctr">
                      <a:solidFill>
                        <a:srgbClr val="F0D12C"/>
                      </a:solidFill>
                      <a:prstDash val="solid"/>
                      <a:round/>
                      <a:headEnd type="none" w="med" len="med"/>
                      <a:tailEnd type="none" w="med" len="med"/>
                    </a:lnL>
                    <a:lnR w="12700" cap="flat" cmpd="sng" algn="ctr">
                      <a:solidFill>
                        <a:srgbClr val="D0D62C"/>
                      </a:solidFill>
                      <a:prstDash val="solid"/>
                      <a:round/>
                      <a:headEnd type="none" w="med" len="med"/>
                      <a:tailEnd type="none" w="med" len="med"/>
                    </a:lnR>
                    <a:lnT w="12700" cap="flat" cmpd="sng" algn="ctr">
                      <a:solidFill>
                        <a:srgbClr val="F0D12C"/>
                      </a:solidFill>
                      <a:prstDash val="solid"/>
                      <a:round/>
                      <a:headEnd type="none" w="med" len="med"/>
                      <a:tailEnd type="none" w="med" len="med"/>
                    </a:lnT>
                    <a:lnB w="6350" cap="flat" cmpd="sng" algn="ctr">
                      <a:solidFill>
                        <a:srgbClr val="F0D12C"/>
                      </a:solidFill>
                      <a:prstDash val="solid"/>
                      <a:round/>
                      <a:headEnd type="none" w="med" len="med"/>
                      <a:tailEnd type="none" w="med" len="med"/>
                    </a:lnB>
                    <a:solidFill>
                      <a:srgbClr val="FFFFFF"/>
                    </a:solidFill>
                  </a:tcPr>
                </a:tc>
                <a:tc>
                  <a:txBody>
                    <a:bodyPr/>
                    <a:lstStyle/>
                    <a:p>
                      <a:pPr algn="ctr"/>
                      <a:r>
                        <a:rPr lang="en-IN" sz="4000" b="1" dirty="0">
                          <a:effectLst/>
                        </a:rPr>
                        <a:t>9</a:t>
                      </a:r>
                    </a:p>
                  </a:txBody>
                  <a:tcPr marL="50800" marR="50800" marT="50800" marB="50800" anchor="ctr">
                    <a:lnL w="12700" cap="flat" cmpd="sng" algn="ctr">
                      <a:solidFill>
                        <a:srgbClr val="D0D62C"/>
                      </a:solidFill>
                      <a:prstDash val="solid"/>
                      <a:round/>
                      <a:headEnd type="none" w="med" len="med"/>
                      <a:tailEnd type="none" w="med" len="med"/>
                    </a:lnL>
                    <a:lnR w="12700" cap="flat" cmpd="sng" algn="ctr">
                      <a:solidFill>
                        <a:srgbClr val="90D72C"/>
                      </a:solidFill>
                      <a:prstDash val="solid"/>
                      <a:round/>
                      <a:headEnd type="none" w="med" len="med"/>
                      <a:tailEnd type="none" w="med" len="med"/>
                    </a:lnR>
                    <a:lnT w="12700" cap="flat" cmpd="sng" algn="ctr">
                      <a:solidFill>
                        <a:srgbClr val="D0D62C"/>
                      </a:solidFill>
                      <a:prstDash val="solid"/>
                      <a:round/>
                      <a:headEnd type="none" w="med" len="med"/>
                      <a:tailEnd type="none" w="med" len="med"/>
                    </a:lnT>
                    <a:lnB w="6350" cap="flat" cmpd="sng" algn="ctr">
                      <a:solidFill>
                        <a:srgbClr val="D0D62C"/>
                      </a:solidFill>
                      <a:prstDash val="solid"/>
                      <a:round/>
                      <a:headEnd type="none" w="med" len="med"/>
                      <a:tailEnd type="none" w="med" len="med"/>
                    </a:lnB>
                    <a:solidFill>
                      <a:srgbClr val="FFFFFF"/>
                    </a:solidFill>
                  </a:tcPr>
                </a:tc>
                <a:tc>
                  <a:txBody>
                    <a:bodyPr/>
                    <a:lstStyle/>
                    <a:p>
                      <a:pPr algn="ctr"/>
                      <a:r>
                        <a:rPr lang="en-IN" sz="4000" b="1" dirty="0">
                          <a:effectLst/>
                        </a:rPr>
                        <a:t>5</a:t>
                      </a:r>
                    </a:p>
                  </a:txBody>
                  <a:tcPr marL="50800" marR="50800" marT="50800" marB="50800" anchor="ctr">
                    <a:lnL w="12700" cap="flat" cmpd="sng" algn="ctr">
                      <a:solidFill>
                        <a:srgbClr val="90D72C"/>
                      </a:solidFill>
                      <a:prstDash val="solid"/>
                      <a:round/>
                      <a:headEnd type="none" w="med" len="med"/>
                      <a:tailEnd type="none" w="med" len="med"/>
                    </a:lnL>
                    <a:lnR w="12700" cap="flat" cmpd="sng" algn="ctr">
                      <a:solidFill>
                        <a:srgbClr val="00D12C"/>
                      </a:solidFill>
                      <a:prstDash val="solid"/>
                      <a:round/>
                      <a:headEnd type="none" w="med" len="med"/>
                      <a:tailEnd type="none" w="med" len="med"/>
                    </a:lnR>
                    <a:lnT w="12700" cap="flat" cmpd="sng" algn="ctr">
                      <a:solidFill>
                        <a:srgbClr val="90D72C"/>
                      </a:solidFill>
                      <a:prstDash val="solid"/>
                      <a:round/>
                      <a:headEnd type="none" w="med" len="med"/>
                      <a:tailEnd type="none" w="med" len="med"/>
                    </a:lnT>
                    <a:lnB w="6350" cap="flat" cmpd="sng" algn="ctr">
                      <a:solidFill>
                        <a:srgbClr val="90D72C"/>
                      </a:solidFill>
                      <a:prstDash val="solid"/>
                      <a:round/>
                      <a:headEnd type="none" w="med" len="med"/>
                      <a:tailEnd type="none" w="med" len="med"/>
                    </a:lnB>
                    <a:solidFill>
                      <a:srgbClr val="FFFFFF"/>
                    </a:solidFill>
                  </a:tcPr>
                </a:tc>
                <a:tc>
                  <a:txBody>
                    <a:bodyPr/>
                    <a:lstStyle/>
                    <a:p>
                      <a:pPr algn="ctr"/>
                      <a:r>
                        <a:rPr lang="en-IN" sz="4000" b="1">
                          <a:effectLst/>
                        </a:rPr>
                        <a:t>16</a:t>
                      </a:r>
                    </a:p>
                  </a:txBody>
                  <a:tcPr marL="50800" marR="50800" marT="50800" marB="50800" anchor="ctr">
                    <a:lnL w="12700" cap="flat" cmpd="sng" algn="ctr">
                      <a:solidFill>
                        <a:srgbClr val="00D12C"/>
                      </a:solidFill>
                      <a:prstDash val="solid"/>
                      <a:round/>
                      <a:headEnd type="none" w="med" len="med"/>
                      <a:tailEnd type="none" w="med" len="med"/>
                    </a:lnL>
                    <a:lnR w="12700" cap="flat" cmpd="sng" algn="ctr">
                      <a:solidFill>
                        <a:srgbClr val="B0D52C"/>
                      </a:solidFill>
                      <a:prstDash val="solid"/>
                      <a:round/>
                      <a:headEnd type="none" w="med" len="med"/>
                      <a:tailEnd type="none" w="med" len="med"/>
                    </a:lnR>
                    <a:lnT w="12700" cap="flat" cmpd="sng" algn="ctr">
                      <a:solidFill>
                        <a:srgbClr val="00D12C"/>
                      </a:solidFill>
                      <a:prstDash val="solid"/>
                      <a:round/>
                      <a:headEnd type="none" w="med" len="med"/>
                      <a:tailEnd type="none" w="med" len="med"/>
                    </a:lnT>
                    <a:lnB w="6350" cap="flat" cmpd="sng" algn="ctr">
                      <a:solidFill>
                        <a:srgbClr val="00D12C"/>
                      </a:solidFill>
                      <a:prstDash val="solid"/>
                      <a:round/>
                      <a:headEnd type="none" w="med" len="med"/>
                      <a:tailEnd type="none" w="med" len="med"/>
                    </a:lnB>
                    <a:solidFill>
                      <a:srgbClr val="FFFFFF"/>
                    </a:solidFill>
                  </a:tcPr>
                </a:tc>
                <a:tc>
                  <a:txBody>
                    <a:bodyPr/>
                    <a:lstStyle/>
                    <a:p>
                      <a:pPr algn="ctr"/>
                      <a:r>
                        <a:rPr lang="en-IN" sz="4000" b="1" dirty="0">
                          <a:effectLst/>
                        </a:rPr>
                        <a:t>17</a:t>
                      </a:r>
                    </a:p>
                  </a:txBody>
                  <a:tcPr marL="50800" marR="50800" marT="50800" marB="50800" anchor="ctr">
                    <a:lnL w="12700" cap="flat" cmpd="sng" algn="ctr">
                      <a:solidFill>
                        <a:srgbClr val="B0D52C"/>
                      </a:solidFill>
                      <a:prstDash val="solid"/>
                      <a:round/>
                      <a:headEnd type="none" w="med" len="med"/>
                      <a:tailEnd type="none" w="med" len="med"/>
                    </a:lnL>
                    <a:lnR w="12700" cap="flat" cmpd="sng" algn="ctr">
                      <a:solidFill>
                        <a:srgbClr val="20E42C"/>
                      </a:solidFill>
                      <a:prstDash val="solid"/>
                      <a:round/>
                      <a:headEnd type="none" w="med" len="med"/>
                      <a:tailEnd type="none" w="med" len="med"/>
                    </a:lnR>
                    <a:lnT w="12700" cap="flat" cmpd="sng" algn="ctr">
                      <a:solidFill>
                        <a:srgbClr val="B0D52C"/>
                      </a:solidFill>
                      <a:prstDash val="solid"/>
                      <a:round/>
                      <a:headEnd type="none" w="med" len="med"/>
                      <a:tailEnd type="none" w="med" len="med"/>
                    </a:lnT>
                    <a:lnB w="6350" cap="flat" cmpd="sng" algn="ctr">
                      <a:solidFill>
                        <a:srgbClr val="B0D52C"/>
                      </a:solidFill>
                      <a:prstDash val="solid"/>
                      <a:round/>
                      <a:headEnd type="none" w="med" len="med"/>
                      <a:tailEnd type="none" w="med" len="med"/>
                    </a:lnB>
                    <a:solidFill>
                      <a:srgbClr val="FFFFFF"/>
                    </a:solidFill>
                  </a:tcPr>
                </a:tc>
                <a:tc>
                  <a:txBody>
                    <a:bodyPr/>
                    <a:lstStyle/>
                    <a:p>
                      <a:pPr algn="ctr"/>
                      <a:r>
                        <a:rPr lang="en-IN" sz="4000" b="1" dirty="0">
                          <a:effectLst/>
                        </a:rPr>
                        <a:t>8</a:t>
                      </a:r>
                    </a:p>
                  </a:txBody>
                  <a:tcPr marL="50800" marR="50800" marT="50800" marB="50800" anchor="ctr">
                    <a:lnL w="12700" cap="flat" cmpd="sng" algn="ctr">
                      <a:solidFill>
                        <a:srgbClr val="20E42C"/>
                      </a:solidFill>
                      <a:prstDash val="solid"/>
                      <a:round/>
                      <a:headEnd type="none" w="med" len="med"/>
                      <a:tailEnd type="none" w="med" len="med"/>
                    </a:lnL>
                    <a:lnR w="12700" cap="flat" cmpd="sng" algn="ctr">
                      <a:solidFill>
                        <a:srgbClr val="F0DD2C"/>
                      </a:solidFill>
                      <a:prstDash val="solid"/>
                      <a:round/>
                      <a:headEnd type="none" w="med" len="med"/>
                      <a:tailEnd type="none" w="med" len="med"/>
                    </a:lnR>
                    <a:lnT w="12700" cap="flat" cmpd="sng" algn="ctr">
                      <a:solidFill>
                        <a:srgbClr val="20E42C"/>
                      </a:solidFill>
                      <a:prstDash val="solid"/>
                      <a:round/>
                      <a:headEnd type="none" w="med" len="med"/>
                      <a:tailEnd type="none" w="med" len="med"/>
                    </a:lnT>
                    <a:lnB w="6350" cap="flat" cmpd="sng" algn="ctr">
                      <a:solidFill>
                        <a:srgbClr val="20E42C"/>
                      </a:solidFill>
                      <a:prstDash val="solid"/>
                      <a:round/>
                      <a:headEnd type="none" w="med" len="med"/>
                      <a:tailEnd type="none" w="med" len="med"/>
                    </a:lnB>
                    <a:solidFill>
                      <a:srgbClr val="FFFFFF"/>
                    </a:solidFill>
                  </a:tcPr>
                </a:tc>
                <a:tc>
                  <a:txBody>
                    <a:bodyPr/>
                    <a:lstStyle/>
                    <a:p>
                      <a:pPr algn="ctr"/>
                      <a:r>
                        <a:rPr lang="en-IN" sz="4000" b="1" dirty="0">
                          <a:effectLst/>
                        </a:rPr>
                        <a:t>6</a:t>
                      </a:r>
                    </a:p>
                  </a:txBody>
                  <a:tcPr marL="50800" marR="50800" marT="50800" marB="50800" anchor="ctr">
                    <a:lnL w="12700" cap="flat" cmpd="sng" algn="ctr">
                      <a:solidFill>
                        <a:srgbClr val="F0DD2C"/>
                      </a:solidFill>
                      <a:prstDash val="solid"/>
                      <a:round/>
                      <a:headEnd type="none" w="med" len="med"/>
                      <a:tailEnd type="none" w="med" len="med"/>
                    </a:lnL>
                    <a:lnR w="6350" cap="flat" cmpd="sng" algn="ctr">
                      <a:solidFill>
                        <a:srgbClr val="F0DD2C"/>
                      </a:solidFill>
                      <a:prstDash val="solid"/>
                      <a:round/>
                      <a:headEnd type="none" w="med" len="med"/>
                      <a:tailEnd type="none" w="med" len="med"/>
                    </a:lnR>
                    <a:lnT w="12700" cap="flat" cmpd="sng" algn="ctr">
                      <a:solidFill>
                        <a:srgbClr val="F0DD2C"/>
                      </a:solidFill>
                      <a:prstDash val="solid"/>
                      <a:round/>
                      <a:headEnd type="none" w="med" len="med"/>
                      <a:tailEnd type="none" w="med" len="med"/>
                    </a:lnT>
                    <a:lnB w="6350" cap="flat" cmpd="sng" algn="ctr">
                      <a:solidFill>
                        <a:srgbClr val="F0DD2C"/>
                      </a:solidFill>
                      <a:prstDash val="solid"/>
                      <a:round/>
                      <a:headEnd type="none" w="med" len="med"/>
                      <a:tailEnd type="none" w="med" len="med"/>
                    </a:lnB>
                    <a:solidFill>
                      <a:srgbClr val="FFFF00"/>
                    </a:solidFill>
                  </a:tcPr>
                </a:tc>
                <a:extLst>
                  <a:ext uri="{0D108BD9-81ED-4DB2-BD59-A6C34878D82A}">
                    <a16:rowId xmlns:a16="http://schemas.microsoft.com/office/drawing/2014/main" val="2293886370"/>
                  </a:ext>
                </a:extLst>
              </a:tr>
            </a:tbl>
          </a:graphicData>
        </a:graphic>
      </p:graphicFrame>
      <p:pic>
        <p:nvPicPr>
          <p:cNvPr id="10" name="Picture 2" descr="Inserting a New Node 6 in AVL Tree">
            <a:extLst>
              <a:ext uri="{FF2B5EF4-FFF2-40B4-BE49-F238E27FC236}">
                <a16:creationId xmlns:a16="http://schemas.microsoft.com/office/drawing/2014/main" id="{692FCBCA-B014-1F8C-813D-D9B0205808D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a:stretch/>
        </p:blipFill>
        <p:spPr bwMode="auto">
          <a:xfrm>
            <a:off x="2500087" y="2588414"/>
            <a:ext cx="7191826" cy="3833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47565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FAAD-23C6-EFB8-8AB1-5CEB65FE3C34}"/>
              </a:ext>
            </a:extLst>
          </p:cNvPr>
          <p:cNvSpPr>
            <a:spLocks noGrp="1"/>
          </p:cNvSpPr>
          <p:nvPr>
            <p:ph type="title"/>
          </p:nvPr>
        </p:nvSpPr>
        <p:spPr>
          <a:xfrm>
            <a:off x="838200" y="510139"/>
            <a:ext cx="10515600" cy="1684421"/>
          </a:xfrm>
        </p:spPr>
        <p:txBody>
          <a:bodyPr>
            <a:normAutofit fontScale="90000"/>
          </a:bodyPr>
          <a:lstStyle/>
          <a:p>
            <a:r>
              <a:rPr lang="en-US" sz="4000" b="1" i="0" dirty="0">
                <a:solidFill>
                  <a:srgbClr val="FF33CC"/>
                </a:solidFill>
                <a:effectLst/>
                <a:highlight>
                  <a:srgbClr val="FFFFFF"/>
                </a:highlight>
                <a:latin typeface="+mn-lt"/>
              </a:rPr>
              <a:t>Example: Construct an AVL Tree by inserting numbers from 1 to 8.</a:t>
            </a:r>
            <a:br>
              <a:rPr lang="en-US" sz="4000" b="1" i="0" dirty="0">
                <a:solidFill>
                  <a:srgbClr val="FF33CC"/>
                </a:solidFill>
                <a:effectLst/>
                <a:highlight>
                  <a:srgbClr val="FFFFFF"/>
                </a:highlight>
                <a:latin typeface="+mn-lt"/>
              </a:rPr>
            </a:br>
            <a:endParaRPr lang="en-IN" sz="4000" dirty="0">
              <a:solidFill>
                <a:srgbClr val="FF33CC"/>
              </a:solidFill>
              <a:latin typeface="+mn-lt"/>
            </a:endParaRPr>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CAF9B5E0-2BE3-C5C0-69C6-D29EA798D2D2}"/>
              </a:ext>
            </a:extLst>
          </p:cNvPr>
          <p:cNvSpPr>
            <a:spLocks noGrp="1"/>
          </p:cNvSpPr>
          <p:nvPr>
            <p:ph type="dt" sz="half" idx="10"/>
          </p:nvPr>
        </p:nvSpPr>
        <p:spPr/>
        <p:txBody>
          <a:bodyPr/>
          <a:lstStyle/>
          <a:p>
            <a:fld id="{138B4322-7205-4289-A65C-E44E73EE67FE}" type="datetime1">
              <a:rPr lang="en-IN" smtClean="0"/>
              <a:t>02-05-2024</a:t>
            </a:fld>
            <a:endParaRPr lang="en-IN"/>
          </a:p>
        </p:txBody>
      </p:sp>
      <p:sp>
        <p:nvSpPr>
          <p:cNvPr id="6" name="Footer Placeholder 5">
            <a:extLst>
              <a:ext uri="{FF2B5EF4-FFF2-40B4-BE49-F238E27FC236}">
                <a16:creationId xmlns:a16="http://schemas.microsoft.com/office/drawing/2014/main" id="{E4038693-7A8D-41B9-AE24-8FDE85F2221F}"/>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2A3F15FE-CA05-8C26-27DB-F0A849D587CF}"/>
              </a:ext>
            </a:extLst>
          </p:cNvPr>
          <p:cNvSpPr>
            <a:spLocks noGrp="1"/>
          </p:cNvSpPr>
          <p:nvPr>
            <p:ph type="sldNum" sz="quarter" idx="12"/>
          </p:nvPr>
        </p:nvSpPr>
        <p:spPr/>
        <p:txBody>
          <a:bodyPr/>
          <a:lstStyle/>
          <a:p>
            <a:fld id="{BA31EB0C-5590-401D-B2AF-7A2046961168}" type="slidenum">
              <a:rPr lang="en-IN" smtClean="0"/>
              <a:t>38</a:t>
            </a:fld>
            <a:endParaRPr lang="en-IN"/>
          </a:p>
        </p:txBody>
      </p:sp>
      <p:pic>
        <p:nvPicPr>
          <p:cNvPr id="24580" name="Picture 4" descr="AVL Tree Construction">
            <a:extLst>
              <a:ext uri="{FF2B5EF4-FFF2-40B4-BE49-F238E27FC236}">
                <a16:creationId xmlns:a16="http://schemas.microsoft.com/office/drawing/2014/main" id="{082D40EE-22F4-5983-5C22-759FAEAEF3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2667"/>
          <a:stretch/>
        </p:blipFill>
        <p:spPr bwMode="auto">
          <a:xfrm>
            <a:off x="3204995" y="1329189"/>
            <a:ext cx="5688748" cy="5393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21616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84A94C12-037B-4FA2-A615-E211867F5F85}"/>
              </a:ext>
            </a:extLst>
          </p:cNvPr>
          <p:cNvSpPr>
            <a:spLocks noGrp="1"/>
          </p:cNvSpPr>
          <p:nvPr>
            <p:ph type="dt" sz="half" idx="10"/>
          </p:nvPr>
        </p:nvSpPr>
        <p:spPr/>
        <p:txBody>
          <a:bodyPr/>
          <a:lstStyle/>
          <a:p>
            <a:fld id="{C7BC11A5-D5A3-4DED-9B36-8415C89CD4A3}" type="datetime1">
              <a:rPr lang="en-IN" smtClean="0"/>
              <a:t>02-05-2024</a:t>
            </a:fld>
            <a:endParaRPr lang="en-IN"/>
          </a:p>
        </p:txBody>
      </p:sp>
      <p:sp>
        <p:nvSpPr>
          <p:cNvPr id="6" name="Footer Placeholder 5">
            <a:extLst>
              <a:ext uri="{FF2B5EF4-FFF2-40B4-BE49-F238E27FC236}">
                <a16:creationId xmlns:a16="http://schemas.microsoft.com/office/drawing/2014/main" id="{87F77603-D5C8-895C-5991-BF936A11F3DF}"/>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63C8E0A4-B6F2-A889-F058-24B063C0C6AC}"/>
              </a:ext>
            </a:extLst>
          </p:cNvPr>
          <p:cNvSpPr>
            <a:spLocks noGrp="1"/>
          </p:cNvSpPr>
          <p:nvPr>
            <p:ph type="sldNum" sz="quarter" idx="12"/>
          </p:nvPr>
        </p:nvSpPr>
        <p:spPr/>
        <p:txBody>
          <a:bodyPr/>
          <a:lstStyle/>
          <a:p>
            <a:fld id="{BA31EB0C-5590-401D-B2AF-7A2046961168}" type="slidenum">
              <a:rPr lang="en-IN" smtClean="0"/>
              <a:t>39</a:t>
            </a:fld>
            <a:endParaRPr lang="en-IN"/>
          </a:p>
        </p:txBody>
      </p:sp>
      <p:pic>
        <p:nvPicPr>
          <p:cNvPr id="25602" name="Picture 2" descr="AVL Tree Construction">
            <a:extLst>
              <a:ext uri="{FF2B5EF4-FFF2-40B4-BE49-F238E27FC236}">
                <a16:creationId xmlns:a16="http://schemas.microsoft.com/office/drawing/2014/main" id="{F1143DDB-8E3A-E32E-1886-BE1CFF3CB35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7754" b="30885"/>
          <a:stretch/>
        </p:blipFill>
        <p:spPr bwMode="auto">
          <a:xfrm>
            <a:off x="2397781" y="483503"/>
            <a:ext cx="7396437" cy="5890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353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F5ACC10C-47CF-C1AD-F6B5-F7D0C5606D1D}"/>
              </a:ext>
            </a:extLst>
          </p:cNvPr>
          <p:cNvSpPr>
            <a:spLocks noGrp="1"/>
          </p:cNvSpPr>
          <p:nvPr>
            <p:ph type="dt" sz="half" idx="10"/>
          </p:nvPr>
        </p:nvSpPr>
        <p:spPr/>
        <p:txBody>
          <a:bodyPr/>
          <a:lstStyle/>
          <a:p>
            <a:fld id="{CB778C1F-794D-4A9E-9CEE-D0794942B51E}" type="datetime1">
              <a:rPr lang="en-IN" smtClean="0"/>
              <a:t>02-05-2024</a:t>
            </a:fld>
            <a:endParaRPr lang="en-IN"/>
          </a:p>
        </p:txBody>
      </p:sp>
      <p:sp>
        <p:nvSpPr>
          <p:cNvPr id="6" name="Footer Placeholder 5">
            <a:extLst>
              <a:ext uri="{FF2B5EF4-FFF2-40B4-BE49-F238E27FC236}">
                <a16:creationId xmlns:a16="http://schemas.microsoft.com/office/drawing/2014/main" id="{58B1300E-B73D-4EC1-B0CE-33A0D30DBDF1}"/>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0E6D55A4-8275-BD58-E5F0-D5DFF7267905}"/>
              </a:ext>
            </a:extLst>
          </p:cNvPr>
          <p:cNvSpPr>
            <a:spLocks noGrp="1"/>
          </p:cNvSpPr>
          <p:nvPr>
            <p:ph type="sldNum" sz="quarter" idx="12"/>
          </p:nvPr>
        </p:nvSpPr>
        <p:spPr/>
        <p:txBody>
          <a:bodyPr/>
          <a:lstStyle/>
          <a:p>
            <a:fld id="{BA31EB0C-5590-401D-B2AF-7A2046961168}" type="slidenum">
              <a:rPr lang="en-IN" smtClean="0"/>
              <a:t>40</a:t>
            </a:fld>
            <a:endParaRPr lang="en-IN"/>
          </a:p>
        </p:txBody>
      </p:sp>
      <p:pic>
        <p:nvPicPr>
          <p:cNvPr id="26626" name="Picture 2" descr="AVL Tree Construction">
            <a:extLst>
              <a:ext uri="{FF2B5EF4-FFF2-40B4-BE49-F238E27FC236}">
                <a16:creationId xmlns:a16="http://schemas.microsoft.com/office/drawing/2014/main" id="{FD15BFCA-F5F8-4EC7-F127-2109663D9D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9193"/>
          <a:stretch/>
        </p:blipFill>
        <p:spPr bwMode="auto">
          <a:xfrm>
            <a:off x="1955946" y="567168"/>
            <a:ext cx="7813696" cy="6113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0477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FAAD-23C6-EFB8-8AB1-5CEB65FE3C34}"/>
              </a:ext>
            </a:extLst>
          </p:cNvPr>
          <p:cNvSpPr>
            <a:spLocks noGrp="1"/>
          </p:cNvSpPr>
          <p:nvPr>
            <p:ph type="title"/>
          </p:nvPr>
        </p:nvSpPr>
        <p:spPr/>
        <p:txBody>
          <a:bodyPr/>
          <a:lstStyle/>
          <a:p>
            <a:endParaRPr lang="en-IN" dirty="0"/>
          </a:p>
        </p:txBody>
      </p:sp>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0E98BC05-73B6-3642-8F5A-141391ECF1AD}"/>
              </a:ext>
            </a:extLst>
          </p:cNvPr>
          <p:cNvSpPr>
            <a:spLocks noGrp="1"/>
          </p:cNvSpPr>
          <p:nvPr>
            <p:ph type="dt" sz="half" idx="10"/>
          </p:nvPr>
        </p:nvSpPr>
        <p:spPr/>
        <p:txBody>
          <a:bodyPr/>
          <a:lstStyle/>
          <a:p>
            <a:fld id="{182B7DC8-7E19-497C-B973-217B3AC8FA37}" type="datetime1">
              <a:rPr lang="en-IN" smtClean="0"/>
              <a:t>02-05-2024</a:t>
            </a:fld>
            <a:endParaRPr lang="en-IN"/>
          </a:p>
        </p:txBody>
      </p:sp>
      <p:sp>
        <p:nvSpPr>
          <p:cNvPr id="6" name="Footer Placeholder 5">
            <a:extLst>
              <a:ext uri="{FF2B5EF4-FFF2-40B4-BE49-F238E27FC236}">
                <a16:creationId xmlns:a16="http://schemas.microsoft.com/office/drawing/2014/main" id="{D01CA7E6-5BEB-0552-4778-30F308D33410}"/>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25E7B449-C0F6-43E8-1988-B676B4B98BA0}"/>
              </a:ext>
            </a:extLst>
          </p:cNvPr>
          <p:cNvSpPr>
            <a:spLocks noGrp="1"/>
          </p:cNvSpPr>
          <p:nvPr>
            <p:ph type="sldNum" sz="quarter" idx="12"/>
          </p:nvPr>
        </p:nvSpPr>
        <p:spPr/>
        <p:txBody>
          <a:bodyPr/>
          <a:lstStyle/>
          <a:p>
            <a:fld id="{BA31EB0C-5590-401D-B2AF-7A2046961168}" type="slidenum">
              <a:rPr lang="en-IN" smtClean="0"/>
              <a:t>41</a:t>
            </a:fld>
            <a:endParaRPr lang="en-IN"/>
          </a:p>
        </p:txBody>
      </p:sp>
      <p:pic>
        <p:nvPicPr>
          <p:cNvPr id="10" name="Picture 9">
            <a:extLst>
              <a:ext uri="{FF2B5EF4-FFF2-40B4-BE49-F238E27FC236}">
                <a16:creationId xmlns:a16="http://schemas.microsoft.com/office/drawing/2014/main" id="{E175FF8A-BB7B-5B4B-B294-D18DC9E8AE99}"/>
              </a:ext>
            </a:extLst>
          </p:cNvPr>
          <p:cNvPicPr>
            <a:picLocks noChangeAspect="1"/>
          </p:cNvPicPr>
          <p:nvPr/>
        </p:nvPicPr>
        <p:blipFill rotWithShape="1">
          <a:blip r:embed="rId3"/>
          <a:srcRect r="10777"/>
          <a:stretch/>
        </p:blipFill>
        <p:spPr>
          <a:xfrm>
            <a:off x="838200" y="613092"/>
            <a:ext cx="7391400" cy="4555673"/>
          </a:xfrm>
          <a:prstGeom prst="rect">
            <a:avLst/>
          </a:prstGeom>
        </p:spPr>
      </p:pic>
    </p:spTree>
    <p:extLst>
      <p:ext uri="{BB962C8B-B14F-4D97-AF65-F5344CB8AC3E}">
        <p14:creationId xmlns:p14="http://schemas.microsoft.com/office/powerpoint/2010/main" val="18146042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46BA1F8D-A13B-0FE6-BCCE-39CF6EBE539F}"/>
              </a:ext>
            </a:extLst>
          </p:cNvPr>
          <p:cNvSpPr>
            <a:spLocks noGrp="1"/>
          </p:cNvSpPr>
          <p:nvPr>
            <p:ph type="dt" sz="half" idx="10"/>
          </p:nvPr>
        </p:nvSpPr>
        <p:spPr/>
        <p:txBody>
          <a:bodyPr/>
          <a:lstStyle/>
          <a:p>
            <a:fld id="{A64E46CA-B91A-4B4D-9927-C43DDC569F7B}" type="datetime1">
              <a:rPr lang="en-IN" smtClean="0"/>
              <a:t>02-05-2024</a:t>
            </a:fld>
            <a:endParaRPr lang="en-IN"/>
          </a:p>
        </p:txBody>
      </p:sp>
      <p:sp>
        <p:nvSpPr>
          <p:cNvPr id="6" name="Footer Placeholder 5">
            <a:extLst>
              <a:ext uri="{FF2B5EF4-FFF2-40B4-BE49-F238E27FC236}">
                <a16:creationId xmlns:a16="http://schemas.microsoft.com/office/drawing/2014/main" id="{8393DA78-C4D7-EB68-8ECE-E8579B2C9AF1}"/>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763001B7-8E0A-4194-378E-70F2B6E78BB1}"/>
              </a:ext>
            </a:extLst>
          </p:cNvPr>
          <p:cNvSpPr>
            <a:spLocks noGrp="1"/>
          </p:cNvSpPr>
          <p:nvPr>
            <p:ph type="sldNum" sz="quarter" idx="12"/>
          </p:nvPr>
        </p:nvSpPr>
        <p:spPr/>
        <p:txBody>
          <a:bodyPr/>
          <a:lstStyle/>
          <a:p>
            <a:fld id="{BA31EB0C-5590-401D-B2AF-7A2046961168}" type="slidenum">
              <a:rPr lang="en-IN" smtClean="0"/>
              <a:t>42</a:t>
            </a:fld>
            <a:endParaRPr lang="en-IN"/>
          </a:p>
        </p:txBody>
      </p:sp>
      <p:pic>
        <p:nvPicPr>
          <p:cNvPr id="10" name="Picture 9">
            <a:extLst>
              <a:ext uri="{FF2B5EF4-FFF2-40B4-BE49-F238E27FC236}">
                <a16:creationId xmlns:a16="http://schemas.microsoft.com/office/drawing/2014/main" id="{D789F3B8-0AC6-362B-92A0-873944DCB72B}"/>
              </a:ext>
            </a:extLst>
          </p:cNvPr>
          <p:cNvPicPr>
            <a:picLocks noChangeAspect="1"/>
          </p:cNvPicPr>
          <p:nvPr/>
        </p:nvPicPr>
        <p:blipFill>
          <a:blip r:embed="rId3"/>
          <a:stretch>
            <a:fillRect/>
          </a:stretch>
        </p:blipFill>
        <p:spPr>
          <a:xfrm>
            <a:off x="838200" y="815974"/>
            <a:ext cx="11108907" cy="4655309"/>
          </a:xfrm>
          <a:prstGeom prst="rect">
            <a:avLst/>
          </a:prstGeom>
        </p:spPr>
      </p:pic>
    </p:spTree>
    <p:extLst>
      <p:ext uri="{BB962C8B-B14F-4D97-AF65-F5344CB8AC3E}">
        <p14:creationId xmlns:p14="http://schemas.microsoft.com/office/powerpoint/2010/main" val="24192524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490733-F2AF-B4ED-B71E-98657619F60C}"/>
              </a:ext>
            </a:extLst>
          </p:cNvPr>
          <p:cNvSpPr>
            <a:spLocks noGrp="1"/>
          </p:cNvSpPr>
          <p:nvPr>
            <p:ph idx="1"/>
          </p:nvPr>
        </p:nvSpPr>
        <p:spPr>
          <a:xfrm>
            <a:off x="838200" y="5811837"/>
            <a:ext cx="10515600" cy="459558"/>
          </a:xfrm>
        </p:spPr>
        <p:txBody>
          <a:bodyPr>
            <a:normAutofit lnSpcReduction="10000"/>
          </a:bodyPr>
          <a:lstStyle/>
          <a:p>
            <a:pPr marL="0" indent="0" algn="r">
              <a:buNone/>
            </a:pPr>
            <a:r>
              <a:rPr lang="en-US" b="1" dirty="0">
                <a:solidFill>
                  <a:srgbClr val="FF0000"/>
                </a:solidFill>
              </a:rPr>
              <a:t>CONTD……..</a:t>
            </a:r>
            <a:endParaRPr lang="en-IN" b="1" dirty="0">
              <a:solidFill>
                <a:srgbClr val="FF0000"/>
              </a:solidFill>
            </a:endParaRPr>
          </a:p>
        </p:txBody>
      </p:sp>
      <p:sp>
        <p:nvSpPr>
          <p:cNvPr id="4" name="Date Placeholder 3">
            <a:extLst>
              <a:ext uri="{FF2B5EF4-FFF2-40B4-BE49-F238E27FC236}">
                <a16:creationId xmlns:a16="http://schemas.microsoft.com/office/drawing/2014/main" id="{620C5724-5F20-6BB0-F435-F1C683B3CDC0}"/>
              </a:ext>
            </a:extLst>
          </p:cNvPr>
          <p:cNvSpPr>
            <a:spLocks noGrp="1"/>
          </p:cNvSpPr>
          <p:nvPr>
            <p:ph type="dt" sz="half" idx="10"/>
          </p:nvPr>
        </p:nvSpPr>
        <p:spPr/>
        <p:txBody>
          <a:bodyPr/>
          <a:lstStyle/>
          <a:p>
            <a:fld id="{BB92578A-CA93-4239-9132-C3ADDCA3E93A}" type="datetime1">
              <a:rPr lang="en-IN" smtClean="0"/>
              <a:t>02-05-2024</a:t>
            </a:fld>
            <a:endParaRPr lang="en-IN"/>
          </a:p>
        </p:txBody>
      </p:sp>
      <p:sp>
        <p:nvSpPr>
          <p:cNvPr id="5" name="Footer Placeholder 4">
            <a:extLst>
              <a:ext uri="{FF2B5EF4-FFF2-40B4-BE49-F238E27FC236}">
                <a16:creationId xmlns:a16="http://schemas.microsoft.com/office/drawing/2014/main" id="{770B93A8-C4AA-BB09-1DA8-E86CF105C8BB}"/>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FB140F62-9274-E7CE-205F-DB9791A6C5A8}"/>
              </a:ext>
            </a:extLst>
          </p:cNvPr>
          <p:cNvSpPr>
            <a:spLocks noGrp="1"/>
          </p:cNvSpPr>
          <p:nvPr>
            <p:ph type="sldNum" sz="quarter" idx="12"/>
          </p:nvPr>
        </p:nvSpPr>
        <p:spPr/>
        <p:txBody>
          <a:bodyPr/>
          <a:lstStyle/>
          <a:p>
            <a:fld id="{BA31EB0C-5590-401D-B2AF-7A2046961168}" type="slidenum">
              <a:rPr lang="en-IN" smtClean="0"/>
              <a:t>43</a:t>
            </a:fld>
            <a:endParaRPr lang="en-IN"/>
          </a:p>
        </p:txBody>
      </p:sp>
      <p:pic>
        <p:nvPicPr>
          <p:cNvPr id="7" name="Picture 6">
            <a:extLst>
              <a:ext uri="{FF2B5EF4-FFF2-40B4-BE49-F238E27FC236}">
                <a16:creationId xmlns:a16="http://schemas.microsoft.com/office/drawing/2014/main" id="{08B0333D-1C88-A8DA-5EAF-AC4A51FBFB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pic>
        <p:nvPicPr>
          <p:cNvPr id="10" name="Picture 9">
            <a:extLst>
              <a:ext uri="{FF2B5EF4-FFF2-40B4-BE49-F238E27FC236}">
                <a16:creationId xmlns:a16="http://schemas.microsoft.com/office/drawing/2014/main" id="{FF60DA40-FBA8-72F7-D853-F7E3B2885108}"/>
              </a:ext>
            </a:extLst>
          </p:cNvPr>
          <p:cNvPicPr>
            <a:picLocks noChangeAspect="1"/>
          </p:cNvPicPr>
          <p:nvPr/>
        </p:nvPicPr>
        <p:blipFill>
          <a:blip r:embed="rId3"/>
          <a:stretch>
            <a:fillRect/>
          </a:stretch>
        </p:blipFill>
        <p:spPr>
          <a:xfrm>
            <a:off x="838200" y="586605"/>
            <a:ext cx="10396339" cy="5284806"/>
          </a:xfrm>
          <a:prstGeom prst="rect">
            <a:avLst/>
          </a:prstGeom>
        </p:spPr>
      </p:pic>
    </p:spTree>
    <p:extLst>
      <p:ext uri="{BB962C8B-B14F-4D97-AF65-F5344CB8AC3E}">
        <p14:creationId xmlns:p14="http://schemas.microsoft.com/office/powerpoint/2010/main" val="2046556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6879219-DEAB-9224-302B-B737EE40363F}"/>
              </a:ext>
            </a:extLst>
          </p:cNvPr>
          <p:cNvPicPr>
            <a:picLocks noChangeAspect="1"/>
          </p:cNvPicPr>
          <p:nvPr/>
        </p:nvPicPr>
        <p:blipFill>
          <a:blip r:embed="rId2"/>
          <a:stretch>
            <a:fillRect/>
          </a:stretch>
        </p:blipFill>
        <p:spPr>
          <a:xfrm>
            <a:off x="838200" y="611210"/>
            <a:ext cx="8469429" cy="5927702"/>
          </a:xfrm>
          <a:prstGeom prst="rect">
            <a:avLst/>
          </a:prstGeom>
        </p:spPr>
      </p:pic>
      <p:sp>
        <p:nvSpPr>
          <p:cNvPr id="4" name="Date Placeholder 3">
            <a:extLst>
              <a:ext uri="{FF2B5EF4-FFF2-40B4-BE49-F238E27FC236}">
                <a16:creationId xmlns:a16="http://schemas.microsoft.com/office/drawing/2014/main" id="{86D97F25-0191-CD8B-D2E0-63BF333476C1}"/>
              </a:ext>
            </a:extLst>
          </p:cNvPr>
          <p:cNvSpPr>
            <a:spLocks noGrp="1"/>
          </p:cNvSpPr>
          <p:nvPr>
            <p:ph type="dt" sz="half" idx="10"/>
          </p:nvPr>
        </p:nvSpPr>
        <p:spPr/>
        <p:txBody>
          <a:bodyPr/>
          <a:lstStyle/>
          <a:p>
            <a:fld id="{C909B330-CF43-4432-8142-73212DB5D3C7}" type="datetime1">
              <a:rPr lang="en-IN" smtClean="0"/>
              <a:t>02-05-2024</a:t>
            </a:fld>
            <a:endParaRPr lang="en-IN"/>
          </a:p>
        </p:txBody>
      </p:sp>
      <p:sp>
        <p:nvSpPr>
          <p:cNvPr id="5" name="Footer Placeholder 4">
            <a:extLst>
              <a:ext uri="{FF2B5EF4-FFF2-40B4-BE49-F238E27FC236}">
                <a16:creationId xmlns:a16="http://schemas.microsoft.com/office/drawing/2014/main" id="{50CEEFD3-B495-976A-7BA6-2327E6896B99}"/>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B94659C6-AB24-693D-170B-9C2F7D3E81C5}"/>
              </a:ext>
            </a:extLst>
          </p:cNvPr>
          <p:cNvSpPr>
            <a:spLocks noGrp="1"/>
          </p:cNvSpPr>
          <p:nvPr>
            <p:ph type="sldNum" sz="quarter" idx="12"/>
          </p:nvPr>
        </p:nvSpPr>
        <p:spPr/>
        <p:txBody>
          <a:bodyPr/>
          <a:lstStyle/>
          <a:p>
            <a:fld id="{BA31EB0C-5590-401D-B2AF-7A2046961168}" type="slidenum">
              <a:rPr lang="en-IN" smtClean="0"/>
              <a:t>44</a:t>
            </a:fld>
            <a:endParaRPr lang="en-IN"/>
          </a:p>
        </p:txBody>
      </p:sp>
      <p:pic>
        <p:nvPicPr>
          <p:cNvPr id="9" name="Picture 8">
            <a:extLst>
              <a:ext uri="{FF2B5EF4-FFF2-40B4-BE49-F238E27FC236}">
                <a16:creationId xmlns:a16="http://schemas.microsoft.com/office/drawing/2014/main" id="{2677C7E4-D0D4-381F-808F-F7AAFAB768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11" name="TextBox 10">
            <a:extLst>
              <a:ext uri="{FF2B5EF4-FFF2-40B4-BE49-F238E27FC236}">
                <a16:creationId xmlns:a16="http://schemas.microsoft.com/office/drawing/2014/main" id="{D78C16FA-5799-08D6-7A41-F941A69E60D0}"/>
              </a:ext>
            </a:extLst>
          </p:cNvPr>
          <p:cNvSpPr txBox="1"/>
          <p:nvPr/>
        </p:nvSpPr>
        <p:spPr>
          <a:xfrm>
            <a:off x="5072914" y="5923624"/>
            <a:ext cx="6174606" cy="646331"/>
          </a:xfrm>
          <a:prstGeom prst="rect">
            <a:avLst/>
          </a:prstGeom>
          <a:noFill/>
        </p:spPr>
        <p:txBody>
          <a:bodyPr wrap="square">
            <a:spAutoFit/>
          </a:bodyPr>
          <a:lstStyle/>
          <a:p>
            <a:pPr marL="0" indent="0" algn="r">
              <a:buNone/>
            </a:pPr>
            <a:r>
              <a:rPr lang="en-US" sz="3600" b="1" dirty="0">
                <a:solidFill>
                  <a:srgbClr val="FF0000"/>
                </a:solidFill>
              </a:rPr>
              <a:t>CONTD……..</a:t>
            </a:r>
            <a:endParaRPr lang="en-IN" sz="3600" b="1" dirty="0">
              <a:solidFill>
                <a:srgbClr val="FF0000"/>
              </a:solidFill>
            </a:endParaRPr>
          </a:p>
        </p:txBody>
      </p:sp>
    </p:spTree>
    <p:extLst>
      <p:ext uri="{BB962C8B-B14F-4D97-AF65-F5344CB8AC3E}">
        <p14:creationId xmlns:p14="http://schemas.microsoft.com/office/powerpoint/2010/main" val="28591911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560B3E-52E4-C29E-D818-6F983CD03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5" name="Date Placeholder 4">
            <a:extLst>
              <a:ext uri="{FF2B5EF4-FFF2-40B4-BE49-F238E27FC236}">
                <a16:creationId xmlns:a16="http://schemas.microsoft.com/office/drawing/2014/main" id="{2D53C4AB-2623-6C8A-85A3-91765E17E2B6}"/>
              </a:ext>
            </a:extLst>
          </p:cNvPr>
          <p:cNvSpPr>
            <a:spLocks noGrp="1"/>
          </p:cNvSpPr>
          <p:nvPr>
            <p:ph type="dt" sz="half" idx="10"/>
          </p:nvPr>
        </p:nvSpPr>
        <p:spPr/>
        <p:txBody>
          <a:bodyPr/>
          <a:lstStyle/>
          <a:p>
            <a:fld id="{C8B78098-23BE-464D-AF39-6E838362FD0E}" type="datetime1">
              <a:rPr lang="en-IN" smtClean="0"/>
              <a:t>02-05-2024</a:t>
            </a:fld>
            <a:endParaRPr lang="en-IN"/>
          </a:p>
        </p:txBody>
      </p:sp>
      <p:sp>
        <p:nvSpPr>
          <p:cNvPr id="6" name="Footer Placeholder 5">
            <a:extLst>
              <a:ext uri="{FF2B5EF4-FFF2-40B4-BE49-F238E27FC236}">
                <a16:creationId xmlns:a16="http://schemas.microsoft.com/office/drawing/2014/main" id="{57E4C6B5-4191-3EF5-B1FB-D337D0B77C0F}"/>
              </a:ext>
            </a:extLst>
          </p:cNvPr>
          <p:cNvSpPr>
            <a:spLocks noGrp="1"/>
          </p:cNvSpPr>
          <p:nvPr>
            <p:ph type="ftr" sz="quarter" idx="11"/>
          </p:nvPr>
        </p:nvSpPr>
        <p:spPr/>
        <p:txBody>
          <a:bodyPr/>
          <a:lstStyle/>
          <a:p>
            <a:r>
              <a:rPr lang="en-IN"/>
              <a:t>UNIT-III TREES</a:t>
            </a:r>
          </a:p>
        </p:txBody>
      </p:sp>
      <p:sp>
        <p:nvSpPr>
          <p:cNvPr id="7" name="Slide Number Placeholder 6">
            <a:extLst>
              <a:ext uri="{FF2B5EF4-FFF2-40B4-BE49-F238E27FC236}">
                <a16:creationId xmlns:a16="http://schemas.microsoft.com/office/drawing/2014/main" id="{17744649-F250-9DB4-6395-7F70294C1F1E}"/>
              </a:ext>
            </a:extLst>
          </p:cNvPr>
          <p:cNvSpPr>
            <a:spLocks noGrp="1"/>
          </p:cNvSpPr>
          <p:nvPr>
            <p:ph type="sldNum" sz="quarter" idx="12"/>
          </p:nvPr>
        </p:nvSpPr>
        <p:spPr/>
        <p:txBody>
          <a:bodyPr/>
          <a:lstStyle/>
          <a:p>
            <a:fld id="{BA31EB0C-5590-401D-B2AF-7A2046961168}" type="slidenum">
              <a:rPr lang="en-IN" smtClean="0"/>
              <a:t>45</a:t>
            </a:fld>
            <a:endParaRPr lang="en-IN"/>
          </a:p>
        </p:txBody>
      </p:sp>
      <p:pic>
        <p:nvPicPr>
          <p:cNvPr id="10" name="Picture 9">
            <a:extLst>
              <a:ext uri="{FF2B5EF4-FFF2-40B4-BE49-F238E27FC236}">
                <a16:creationId xmlns:a16="http://schemas.microsoft.com/office/drawing/2014/main" id="{0ECFCBEC-BC62-3341-6DC1-BB6319F1F31A}"/>
              </a:ext>
            </a:extLst>
          </p:cNvPr>
          <p:cNvPicPr>
            <a:picLocks noChangeAspect="1"/>
          </p:cNvPicPr>
          <p:nvPr/>
        </p:nvPicPr>
        <p:blipFill>
          <a:blip r:embed="rId3"/>
          <a:stretch>
            <a:fillRect/>
          </a:stretch>
        </p:blipFill>
        <p:spPr>
          <a:xfrm>
            <a:off x="1967043" y="360716"/>
            <a:ext cx="7468642" cy="6315956"/>
          </a:xfrm>
          <a:prstGeom prst="rect">
            <a:avLst/>
          </a:prstGeom>
        </p:spPr>
      </p:pic>
    </p:spTree>
    <p:extLst>
      <p:ext uri="{BB962C8B-B14F-4D97-AF65-F5344CB8AC3E}">
        <p14:creationId xmlns:p14="http://schemas.microsoft.com/office/powerpoint/2010/main" val="26983113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EF307-709E-4DA0-18CF-1B9A6D41AE39}"/>
              </a:ext>
            </a:extLst>
          </p:cNvPr>
          <p:cNvSpPr>
            <a:spLocks noGrp="1"/>
          </p:cNvSpPr>
          <p:nvPr>
            <p:ph type="title"/>
          </p:nvPr>
        </p:nvSpPr>
        <p:spPr/>
        <p:txBody>
          <a:bodyPr/>
          <a:lstStyle/>
          <a:p>
            <a:r>
              <a:rPr lang="en-US" b="1" dirty="0">
                <a:solidFill>
                  <a:srgbClr val="FF33CC"/>
                </a:solidFill>
                <a:latin typeface="+mn-lt"/>
              </a:rPr>
              <a:t>Deletion </a:t>
            </a:r>
            <a:endParaRPr lang="en-IN" b="1" dirty="0">
              <a:solidFill>
                <a:srgbClr val="FF33CC"/>
              </a:solidFill>
              <a:latin typeface="+mn-lt"/>
            </a:endParaRPr>
          </a:p>
        </p:txBody>
      </p:sp>
      <p:sp>
        <p:nvSpPr>
          <p:cNvPr id="3" name="Content Placeholder 2">
            <a:extLst>
              <a:ext uri="{FF2B5EF4-FFF2-40B4-BE49-F238E27FC236}">
                <a16:creationId xmlns:a16="http://schemas.microsoft.com/office/drawing/2014/main" id="{8E6ED079-6513-A1D4-A157-0E21C29D73BD}"/>
              </a:ext>
            </a:extLst>
          </p:cNvPr>
          <p:cNvSpPr>
            <a:spLocks noGrp="1"/>
          </p:cNvSpPr>
          <p:nvPr>
            <p:ph idx="1"/>
          </p:nvPr>
        </p:nvSpPr>
        <p:spPr>
          <a:xfrm>
            <a:off x="838200" y="1203158"/>
            <a:ext cx="10914246" cy="5518317"/>
          </a:xfrm>
        </p:spPr>
        <p:txBody>
          <a:bodyPr>
            <a:normAutofit fontScale="92500"/>
          </a:bodyPr>
          <a:lstStyle/>
          <a:p>
            <a:pPr algn="just">
              <a:lnSpc>
                <a:spcPct val="150000"/>
              </a:lnSpc>
            </a:pPr>
            <a:r>
              <a:rPr lang="en-US" b="0" i="0" dirty="0">
                <a:solidFill>
                  <a:srgbClr val="3A3A3A"/>
                </a:solidFill>
                <a:effectLst/>
                <a:highlight>
                  <a:srgbClr val="FFFFFF"/>
                </a:highlight>
              </a:rPr>
              <a:t>Deletion of a node is similar to that of deleting a node in the binary search tree. In AVL Tree, after deleting the node we have to maintain the balanced factor again. We need to follow the given steps to delete a node in AVL Tree:</a:t>
            </a:r>
          </a:p>
          <a:p>
            <a:pPr algn="just">
              <a:lnSpc>
                <a:spcPct val="150000"/>
              </a:lnSpc>
              <a:buFont typeface="+mj-lt"/>
              <a:buAutoNum type="arabicPeriod"/>
            </a:pPr>
            <a:r>
              <a:rPr lang="en-US" b="0" i="0" dirty="0">
                <a:solidFill>
                  <a:srgbClr val="3A3A3A"/>
                </a:solidFill>
                <a:effectLst/>
                <a:highlight>
                  <a:srgbClr val="FFFFFF"/>
                </a:highlight>
              </a:rPr>
              <a:t>Search the element in the tree</a:t>
            </a:r>
          </a:p>
          <a:p>
            <a:pPr algn="just">
              <a:lnSpc>
                <a:spcPct val="150000"/>
              </a:lnSpc>
              <a:buFont typeface="+mj-lt"/>
              <a:buAutoNum type="arabicPeriod"/>
            </a:pPr>
            <a:r>
              <a:rPr lang="en-US" b="0" i="0" dirty="0">
                <a:solidFill>
                  <a:srgbClr val="3A3A3A"/>
                </a:solidFill>
                <a:effectLst/>
                <a:highlight>
                  <a:srgbClr val="FFFFFF"/>
                </a:highlight>
              </a:rPr>
              <a:t>Delete the node</a:t>
            </a:r>
          </a:p>
          <a:p>
            <a:pPr algn="just">
              <a:lnSpc>
                <a:spcPct val="150000"/>
              </a:lnSpc>
              <a:buFont typeface="+mj-lt"/>
              <a:buAutoNum type="arabicPeriod"/>
            </a:pPr>
            <a:r>
              <a:rPr lang="en-US" b="0" i="0" dirty="0">
                <a:solidFill>
                  <a:srgbClr val="3A3A3A"/>
                </a:solidFill>
                <a:effectLst/>
                <a:highlight>
                  <a:srgbClr val="FFFFFF"/>
                </a:highlight>
              </a:rPr>
              <a:t>There are two cases that are possible after deletion</a:t>
            </a:r>
          </a:p>
          <a:p>
            <a:pPr marL="914400" lvl="1" indent="-457200" algn="just">
              <a:lnSpc>
                <a:spcPct val="150000"/>
              </a:lnSpc>
              <a:buFont typeface="+mj-lt"/>
              <a:buAutoNum type="arabicPeriod"/>
            </a:pPr>
            <a:r>
              <a:rPr lang="en-US" b="1" i="0" dirty="0">
                <a:solidFill>
                  <a:srgbClr val="FF0000"/>
                </a:solidFill>
                <a:effectLst/>
                <a:highlight>
                  <a:srgbClr val="FFFFFF"/>
                </a:highlight>
              </a:rPr>
              <a:t>Deleting from the right subtree</a:t>
            </a:r>
          </a:p>
          <a:p>
            <a:pPr marL="914400" lvl="1" indent="-457200" algn="just">
              <a:lnSpc>
                <a:spcPct val="150000"/>
              </a:lnSpc>
              <a:buFont typeface="+mj-lt"/>
              <a:buAutoNum type="arabicPeriod"/>
            </a:pPr>
            <a:r>
              <a:rPr lang="en-US" b="1" i="0" dirty="0">
                <a:solidFill>
                  <a:srgbClr val="FF0000"/>
                </a:solidFill>
                <a:effectLst/>
                <a:highlight>
                  <a:srgbClr val="FFFFFF"/>
                </a:highlight>
              </a:rPr>
              <a:t>Deleting from the left subtree</a:t>
            </a:r>
          </a:p>
          <a:p>
            <a:endParaRPr lang="en-IN" dirty="0"/>
          </a:p>
        </p:txBody>
      </p:sp>
      <p:sp>
        <p:nvSpPr>
          <p:cNvPr id="4" name="Date Placeholder 3">
            <a:extLst>
              <a:ext uri="{FF2B5EF4-FFF2-40B4-BE49-F238E27FC236}">
                <a16:creationId xmlns:a16="http://schemas.microsoft.com/office/drawing/2014/main" id="{D30559FE-4A06-967F-B7F8-54DA1D6C9511}"/>
              </a:ext>
            </a:extLst>
          </p:cNvPr>
          <p:cNvSpPr>
            <a:spLocks noGrp="1"/>
          </p:cNvSpPr>
          <p:nvPr>
            <p:ph type="dt" sz="half" idx="10"/>
          </p:nvPr>
        </p:nvSpPr>
        <p:spPr/>
        <p:txBody>
          <a:bodyPr/>
          <a:lstStyle/>
          <a:p>
            <a:fld id="{8C52694A-A3BA-4E81-997C-1BE0D8A75882}" type="datetime1">
              <a:rPr lang="en-IN" smtClean="0"/>
              <a:t>02-05-2024</a:t>
            </a:fld>
            <a:endParaRPr lang="en-IN"/>
          </a:p>
        </p:txBody>
      </p:sp>
      <p:sp>
        <p:nvSpPr>
          <p:cNvPr id="5" name="Footer Placeholder 4">
            <a:extLst>
              <a:ext uri="{FF2B5EF4-FFF2-40B4-BE49-F238E27FC236}">
                <a16:creationId xmlns:a16="http://schemas.microsoft.com/office/drawing/2014/main" id="{B4C7312F-1191-19A3-7C6E-94C87B987468}"/>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F8F1940A-E3B0-4273-2C92-00127F4DD992}"/>
              </a:ext>
            </a:extLst>
          </p:cNvPr>
          <p:cNvSpPr>
            <a:spLocks noGrp="1"/>
          </p:cNvSpPr>
          <p:nvPr>
            <p:ph type="sldNum" sz="quarter" idx="12"/>
          </p:nvPr>
        </p:nvSpPr>
        <p:spPr/>
        <p:txBody>
          <a:bodyPr/>
          <a:lstStyle/>
          <a:p>
            <a:fld id="{BA31EB0C-5590-401D-B2AF-7A2046961168}" type="slidenum">
              <a:rPr lang="en-IN" smtClean="0"/>
              <a:t>46</a:t>
            </a:fld>
            <a:endParaRPr lang="en-IN"/>
          </a:p>
        </p:txBody>
      </p:sp>
      <p:pic>
        <p:nvPicPr>
          <p:cNvPr id="7" name="Picture 6">
            <a:extLst>
              <a:ext uri="{FF2B5EF4-FFF2-40B4-BE49-F238E27FC236}">
                <a16:creationId xmlns:a16="http://schemas.microsoft.com/office/drawing/2014/main" id="{6E1F493B-F138-381D-D9ED-70314DB3E5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Tree>
    <p:extLst>
      <p:ext uri="{BB962C8B-B14F-4D97-AF65-F5344CB8AC3E}">
        <p14:creationId xmlns:p14="http://schemas.microsoft.com/office/powerpoint/2010/main" val="27085660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EF307-709E-4DA0-18CF-1B9A6D41AE39}"/>
              </a:ext>
            </a:extLst>
          </p:cNvPr>
          <p:cNvSpPr>
            <a:spLocks noGrp="1"/>
          </p:cNvSpPr>
          <p:nvPr>
            <p:ph type="title"/>
          </p:nvPr>
        </p:nvSpPr>
        <p:spPr/>
        <p:txBody>
          <a:bodyPr>
            <a:normAutofit/>
          </a:bodyPr>
          <a:lstStyle/>
          <a:p>
            <a:r>
              <a:rPr lang="en-US" sz="3600" b="1" i="0" dirty="0">
                <a:solidFill>
                  <a:srgbClr val="00B050"/>
                </a:solidFill>
                <a:effectLst/>
                <a:highlight>
                  <a:srgbClr val="FFFFFF"/>
                </a:highlight>
                <a:latin typeface="+mn-lt"/>
              </a:rPr>
              <a:t>Case 1: Deleting a Node from the Right Subtree</a:t>
            </a:r>
            <a:endParaRPr lang="en-IN" sz="3600" dirty="0">
              <a:solidFill>
                <a:srgbClr val="00B050"/>
              </a:solidFill>
              <a:latin typeface="+mn-lt"/>
            </a:endParaRPr>
          </a:p>
        </p:txBody>
      </p:sp>
      <p:sp>
        <p:nvSpPr>
          <p:cNvPr id="3" name="Content Placeholder 2">
            <a:extLst>
              <a:ext uri="{FF2B5EF4-FFF2-40B4-BE49-F238E27FC236}">
                <a16:creationId xmlns:a16="http://schemas.microsoft.com/office/drawing/2014/main" id="{8E6ED079-6513-A1D4-A157-0E21C29D73BD}"/>
              </a:ext>
            </a:extLst>
          </p:cNvPr>
          <p:cNvSpPr>
            <a:spLocks noGrp="1"/>
          </p:cNvSpPr>
          <p:nvPr>
            <p:ph idx="1"/>
          </p:nvPr>
        </p:nvSpPr>
        <p:spPr>
          <a:xfrm>
            <a:off x="838200" y="1540042"/>
            <a:ext cx="10515600" cy="4636921"/>
          </a:xfrm>
        </p:spPr>
        <p:txBody>
          <a:bodyPr>
            <a:normAutofit/>
          </a:bodyPr>
          <a:lstStyle/>
          <a:p>
            <a:pPr marL="0" indent="0">
              <a:buNone/>
            </a:pPr>
            <a:r>
              <a:rPr lang="en-US" b="1" i="0" dirty="0">
                <a:solidFill>
                  <a:srgbClr val="FF0000"/>
                </a:solidFill>
                <a:effectLst/>
                <a:highlight>
                  <a:srgbClr val="FFFFFF"/>
                </a:highlight>
              </a:rPr>
              <a:t>a) </a:t>
            </a:r>
            <a:r>
              <a:rPr lang="en-US" b="1" i="0" u="sng" dirty="0">
                <a:solidFill>
                  <a:srgbClr val="FF0000"/>
                </a:solidFill>
                <a:effectLst/>
                <a:highlight>
                  <a:srgbClr val="FFFFFF"/>
                </a:highlight>
              </a:rPr>
              <a:t>Perform </a:t>
            </a:r>
            <a:r>
              <a:rPr lang="en-US" b="1" i="0" u="sng" dirty="0">
                <a:solidFill>
                  <a:srgbClr val="FF33CC"/>
                </a:solidFill>
                <a:effectLst/>
                <a:highlight>
                  <a:srgbClr val="FFFFFF"/>
                </a:highlight>
              </a:rPr>
              <a:t>LL rotation </a:t>
            </a:r>
            <a:r>
              <a:rPr lang="en-US" b="1" i="0" dirty="0">
                <a:solidFill>
                  <a:srgbClr val="FF0000"/>
                </a:solidFill>
                <a:effectLst/>
                <a:highlight>
                  <a:srgbClr val="FFFFFF"/>
                </a:highlight>
              </a:rPr>
              <a:t>when after deletion of a node the balance factor of a node changes to </a:t>
            </a:r>
            <a:r>
              <a:rPr lang="en-US" b="1" i="0" u="sng" dirty="0">
                <a:solidFill>
                  <a:srgbClr val="FF33CC"/>
                </a:solidFill>
                <a:effectLst/>
                <a:highlight>
                  <a:srgbClr val="FFFFFF"/>
                </a:highlight>
              </a:rPr>
              <a:t>+2</a:t>
            </a:r>
            <a:r>
              <a:rPr lang="en-US" b="1" i="0" u="sng" dirty="0">
                <a:solidFill>
                  <a:srgbClr val="FF0000"/>
                </a:solidFill>
                <a:effectLst/>
                <a:highlight>
                  <a:srgbClr val="FFFFFF"/>
                </a:highlight>
              </a:rPr>
              <a:t> and the balance factor of its </a:t>
            </a:r>
            <a:r>
              <a:rPr lang="en-US" b="1" i="0" u="sng" dirty="0">
                <a:solidFill>
                  <a:srgbClr val="FF33CC"/>
                </a:solidFill>
                <a:effectLst/>
                <a:highlight>
                  <a:srgbClr val="FFFFFF"/>
                </a:highlight>
              </a:rPr>
              <a:t>left child is +1.</a:t>
            </a:r>
            <a:br>
              <a:rPr lang="en-US" b="1" u="sng" dirty="0">
                <a:solidFill>
                  <a:srgbClr val="FF0000"/>
                </a:solidFill>
              </a:rPr>
            </a:br>
            <a:endParaRPr lang="en-IN" b="1" u="sng" dirty="0">
              <a:solidFill>
                <a:srgbClr val="FF0000"/>
              </a:solidFill>
            </a:endParaRPr>
          </a:p>
        </p:txBody>
      </p:sp>
      <p:sp>
        <p:nvSpPr>
          <p:cNvPr id="4" name="Date Placeholder 3">
            <a:extLst>
              <a:ext uri="{FF2B5EF4-FFF2-40B4-BE49-F238E27FC236}">
                <a16:creationId xmlns:a16="http://schemas.microsoft.com/office/drawing/2014/main" id="{D30559FE-4A06-967F-B7F8-54DA1D6C9511}"/>
              </a:ext>
            </a:extLst>
          </p:cNvPr>
          <p:cNvSpPr>
            <a:spLocks noGrp="1"/>
          </p:cNvSpPr>
          <p:nvPr>
            <p:ph type="dt" sz="half" idx="10"/>
          </p:nvPr>
        </p:nvSpPr>
        <p:spPr/>
        <p:txBody>
          <a:bodyPr/>
          <a:lstStyle/>
          <a:p>
            <a:fld id="{8084B9B4-2D21-4D17-8F8A-4A57ED02FB2F}" type="datetime1">
              <a:rPr lang="en-IN" smtClean="0"/>
              <a:t>02-05-2024</a:t>
            </a:fld>
            <a:endParaRPr lang="en-IN"/>
          </a:p>
        </p:txBody>
      </p:sp>
      <p:sp>
        <p:nvSpPr>
          <p:cNvPr id="5" name="Footer Placeholder 4">
            <a:extLst>
              <a:ext uri="{FF2B5EF4-FFF2-40B4-BE49-F238E27FC236}">
                <a16:creationId xmlns:a16="http://schemas.microsoft.com/office/drawing/2014/main" id="{B4C7312F-1191-19A3-7C6E-94C87B987468}"/>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F8F1940A-E3B0-4273-2C92-00127F4DD992}"/>
              </a:ext>
            </a:extLst>
          </p:cNvPr>
          <p:cNvSpPr>
            <a:spLocks noGrp="1"/>
          </p:cNvSpPr>
          <p:nvPr>
            <p:ph type="sldNum" sz="quarter" idx="12"/>
          </p:nvPr>
        </p:nvSpPr>
        <p:spPr/>
        <p:txBody>
          <a:bodyPr/>
          <a:lstStyle/>
          <a:p>
            <a:fld id="{BA31EB0C-5590-401D-B2AF-7A2046961168}" type="slidenum">
              <a:rPr lang="en-IN" smtClean="0"/>
              <a:t>47</a:t>
            </a:fld>
            <a:endParaRPr lang="en-IN"/>
          </a:p>
        </p:txBody>
      </p:sp>
      <p:pic>
        <p:nvPicPr>
          <p:cNvPr id="7" name="Picture 6">
            <a:extLst>
              <a:ext uri="{FF2B5EF4-FFF2-40B4-BE49-F238E27FC236}">
                <a16:creationId xmlns:a16="http://schemas.microsoft.com/office/drawing/2014/main" id="{6E1F493B-F138-381D-D9ED-70314DB3E5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pic>
        <p:nvPicPr>
          <p:cNvPr id="11266" name="Picture 2" descr="Deleting a node in AVL tree from the right subtree">
            <a:extLst>
              <a:ext uri="{FF2B5EF4-FFF2-40B4-BE49-F238E27FC236}">
                <a16:creationId xmlns:a16="http://schemas.microsoft.com/office/drawing/2014/main" id="{07736BF2-DAF9-0D78-817E-C831AF35FB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3545" y="2832340"/>
            <a:ext cx="8831655" cy="3344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8422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EF307-709E-4DA0-18CF-1B9A6D41AE39}"/>
              </a:ext>
            </a:extLst>
          </p:cNvPr>
          <p:cNvSpPr>
            <a:spLocks noGrp="1"/>
          </p:cNvSpPr>
          <p:nvPr>
            <p:ph type="title"/>
          </p:nvPr>
        </p:nvSpPr>
        <p:spPr>
          <a:xfrm>
            <a:off x="838200" y="590550"/>
            <a:ext cx="10515600" cy="1325563"/>
          </a:xfrm>
        </p:spPr>
        <p:txBody>
          <a:bodyPr>
            <a:noAutofit/>
          </a:bodyPr>
          <a:lstStyle/>
          <a:p>
            <a:pPr algn="just"/>
            <a:r>
              <a:rPr lang="en-US" sz="3200" b="1" dirty="0">
                <a:solidFill>
                  <a:srgbClr val="FF0000"/>
                </a:solidFill>
                <a:latin typeface="+mn-lt"/>
              </a:rPr>
              <a:t>b) </a:t>
            </a:r>
            <a:r>
              <a:rPr lang="en-US" sz="3200" b="1" u="sng" dirty="0">
                <a:solidFill>
                  <a:srgbClr val="FF0000"/>
                </a:solidFill>
                <a:latin typeface="+mn-lt"/>
              </a:rPr>
              <a:t>Perform </a:t>
            </a:r>
            <a:r>
              <a:rPr lang="en-US" sz="3200" b="1" u="sng" dirty="0">
                <a:solidFill>
                  <a:srgbClr val="FF33CC"/>
                </a:solidFill>
                <a:latin typeface="+mn-lt"/>
              </a:rPr>
              <a:t>LL rotation </a:t>
            </a:r>
            <a:r>
              <a:rPr lang="en-US" sz="3200" b="1" dirty="0">
                <a:solidFill>
                  <a:srgbClr val="FF0000"/>
                </a:solidFill>
                <a:latin typeface="+mn-lt"/>
              </a:rPr>
              <a:t>when after deletion of a node the </a:t>
            </a:r>
            <a:r>
              <a:rPr lang="en-US" sz="3200" b="1" u="sng" dirty="0">
                <a:solidFill>
                  <a:srgbClr val="FF0000"/>
                </a:solidFill>
                <a:latin typeface="+mn-lt"/>
              </a:rPr>
              <a:t>balance factor of a node changes to </a:t>
            </a:r>
            <a:r>
              <a:rPr lang="en-US" sz="3200" b="1" u="sng" dirty="0">
                <a:solidFill>
                  <a:srgbClr val="FF33CC"/>
                </a:solidFill>
                <a:latin typeface="+mn-lt"/>
              </a:rPr>
              <a:t>+2</a:t>
            </a:r>
            <a:r>
              <a:rPr lang="en-US" sz="3200" b="1" u="sng" dirty="0">
                <a:solidFill>
                  <a:srgbClr val="FF0000"/>
                </a:solidFill>
                <a:latin typeface="+mn-lt"/>
              </a:rPr>
              <a:t> and the balance factor of its left child is </a:t>
            </a:r>
            <a:r>
              <a:rPr lang="en-US" sz="3200" b="1" u="sng" dirty="0">
                <a:solidFill>
                  <a:srgbClr val="FF33CC"/>
                </a:solidFill>
                <a:latin typeface="+mn-lt"/>
              </a:rPr>
              <a:t>0</a:t>
            </a:r>
            <a:r>
              <a:rPr lang="en-US" sz="3200" b="1" u="sng" dirty="0">
                <a:solidFill>
                  <a:srgbClr val="FF0000"/>
                </a:solidFill>
                <a:latin typeface="+mn-lt"/>
              </a:rPr>
              <a:t>.</a:t>
            </a:r>
            <a:endParaRPr lang="en-IN" sz="3200" b="1" u="sng" dirty="0">
              <a:solidFill>
                <a:srgbClr val="FF0000"/>
              </a:solidFill>
              <a:latin typeface="+mn-lt"/>
            </a:endParaRPr>
          </a:p>
        </p:txBody>
      </p:sp>
      <p:sp>
        <p:nvSpPr>
          <p:cNvPr id="3" name="Content Placeholder 2">
            <a:extLst>
              <a:ext uri="{FF2B5EF4-FFF2-40B4-BE49-F238E27FC236}">
                <a16:creationId xmlns:a16="http://schemas.microsoft.com/office/drawing/2014/main" id="{8E6ED079-6513-A1D4-A157-0E21C29D73BD}"/>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D30559FE-4A06-967F-B7F8-54DA1D6C9511}"/>
              </a:ext>
            </a:extLst>
          </p:cNvPr>
          <p:cNvSpPr>
            <a:spLocks noGrp="1"/>
          </p:cNvSpPr>
          <p:nvPr>
            <p:ph type="dt" sz="half" idx="10"/>
          </p:nvPr>
        </p:nvSpPr>
        <p:spPr/>
        <p:txBody>
          <a:bodyPr/>
          <a:lstStyle/>
          <a:p>
            <a:fld id="{BF5F7EB3-61BF-44D4-AEE2-CB9BAE53C65C}" type="datetime1">
              <a:rPr lang="en-IN" smtClean="0"/>
              <a:t>02-05-2024</a:t>
            </a:fld>
            <a:endParaRPr lang="en-IN"/>
          </a:p>
        </p:txBody>
      </p:sp>
      <p:sp>
        <p:nvSpPr>
          <p:cNvPr id="5" name="Footer Placeholder 4">
            <a:extLst>
              <a:ext uri="{FF2B5EF4-FFF2-40B4-BE49-F238E27FC236}">
                <a16:creationId xmlns:a16="http://schemas.microsoft.com/office/drawing/2014/main" id="{B4C7312F-1191-19A3-7C6E-94C87B987468}"/>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F8F1940A-E3B0-4273-2C92-00127F4DD992}"/>
              </a:ext>
            </a:extLst>
          </p:cNvPr>
          <p:cNvSpPr>
            <a:spLocks noGrp="1"/>
          </p:cNvSpPr>
          <p:nvPr>
            <p:ph type="sldNum" sz="quarter" idx="12"/>
          </p:nvPr>
        </p:nvSpPr>
        <p:spPr/>
        <p:txBody>
          <a:bodyPr/>
          <a:lstStyle/>
          <a:p>
            <a:fld id="{BA31EB0C-5590-401D-B2AF-7A2046961168}" type="slidenum">
              <a:rPr lang="en-IN" smtClean="0"/>
              <a:t>48</a:t>
            </a:fld>
            <a:endParaRPr lang="en-IN"/>
          </a:p>
        </p:txBody>
      </p:sp>
      <p:pic>
        <p:nvPicPr>
          <p:cNvPr id="7" name="Picture 6">
            <a:extLst>
              <a:ext uri="{FF2B5EF4-FFF2-40B4-BE49-F238E27FC236}">
                <a16:creationId xmlns:a16="http://schemas.microsoft.com/office/drawing/2014/main" id="{6E1F493B-F138-381D-D9ED-70314DB3E5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pic>
        <p:nvPicPr>
          <p:cNvPr id="14338" name="Picture 2" descr="Deleting a node in AVL tree from the right subtree and perform LL rotation">
            <a:extLst>
              <a:ext uri="{FF2B5EF4-FFF2-40B4-BE49-F238E27FC236}">
                <a16:creationId xmlns:a16="http://schemas.microsoft.com/office/drawing/2014/main" id="{6D6C16AB-AE74-1542-9A72-1F14EF16D5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1386" y="2074863"/>
            <a:ext cx="10171296" cy="4075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05401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EF307-709E-4DA0-18CF-1B9A6D41AE39}"/>
              </a:ext>
            </a:extLst>
          </p:cNvPr>
          <p:cNvSpPr>
            <a:spLocks noGrp="1"/>
          </p:cNvSpPr>
          <p:nvPr>
            <p:ph type="title"/>
          </p:nvPr>
        </p:nvSpPr>
        <p:spPr>
          <a:xfrm>
            <a:off x="838200" y="590550"/>
            <a:ext cx="10515600" cy="1325563"/>
          </a:xfrm>
        </p:spPr>
        <p:txBody>
          <a:bodyPr>
            <a:noAutofit/>
          </a:bodyPr>
          <a:lstStyle/>
          <a:p>
            <a:pPr algn="just"/>
            <a:r>
              <a:rPr lang="en-US" sz="3200" b="1" dirty="0">
                <a:solidFill>
                  <a:srgbClr val="FF0000"/>
                </a:solidFill>
                <a:latin typeface="+mn-lt"/>
              </a:rPr>
              <a:t>c) </a:t>
            </a:r>
            <a:r>
              <a:rPr lang="en-US" sz="3200" b="1" u="sng" dirty="0">
                <a:solidFill>
                  <a:srgbClr val="FF0000"/>
                </a:solidFill>
                <a:latin typeface="+mn-lt"/>
              </a:rPr>
              <a:t>Perform </a:t>
            </a:r>
            <a:r>
              <a:rPr lang="en-US" sz="3200" b="1" u="sng" dirty="0">
                <a:solidFill>
                  <a:srgbClr val="FF33CC"/>
                </a:solidFill>
                <a:latin typeface="+mn-lt"/>
              </a:rPr>
              <a:t>LR rotation </a:t>
            </a:r>
            <a:r>
              <a:rPr lang="en-US" sz="3200" b="1" dirty="0">
                <a:solidFill>
                  <a:srgbClr val="FF0000"/>
                </a:solidFill>
                <a:latin typeface="+mn-lt"/>
              </a:rPr>
              <a:t>when after deletion of a node the </a:t>
            </a:r>
            <a:r>
              <a:rPr lang="en-US" sz="3200" b="1" u="sng" dirty="0">
                <a:solidFill>
                  <a:srgbClr val="FF0000"/>
                </a:solidFill>
                <a:latin typeface="+mn-lt"/>
              </a:rPr>
              <a:t>balance factor of a node changes to </a:t>
            </a:r>
            <a:r>
              <a:rPr lang="en-US" sz="3200" b="1" u="sng" dirty="0">
                <a:solidFill>
                  <a:srgbClr val="FF33CC"/>
                </a:solidFill>
                <a:latin typeface="+mn-lt"/>
              </a:rPr>
              <a:t>+2</a:t>
            </a:r>
            <a:r>
              <a:rPr lang="en-US" sz="3200" b="1" u="sng" dirty="0">
                <a:solidFill>
                  <a:srgbClr val="FF0000"/>
                </a:solidFill>
                <a:latin typeface="+mn-lt"/>
              </a:rPr>
              <a:t> and the balance factor of its left child is </a:t>
            </a:r>
            <a:r>
              <a:rPr lang="en-US" sz="3200" b="1" u="sng" dirty="0">
                <a:solidFill>
                  <a:srgbClr val="FF33CC"/>
                </a:solidFill>
                <a:latin typeface="+mn-lt"/>
              </a:rPr>
              <a:t>-1</a:t>
            </a:r>
            <a:r>
              <a:rPr lang="en-US" sz="3200" b="1" u="sng" dirty="0">
                <a:solidFill>
                  <a:srgbClr val="FF0000"/>
                </a:solidFill>
                <a:latin typeface="+mn-lt"/>
              </a:rPr>
              <a:t>.</a:t>
            </a:r>
            <a:endParaRPr lang="en-IN" sz="3200" b="1" u="sng" dirty="0">
              <a:solidFill>
                <a:srgbClr val="FF0000"/>
              </a:solidFill>
              <a:latin typeface="+mn-lt"/>
            </a:endParaRPr>
          </a:p>
        </p:txBody>
      </p:sp>
      <p:sp>
        <p:nvSpPr>
          <p:cNvPr id="3" name="Content Placeholder 2">
            <a:extLst>
              <a:ext uri="{FF2B5EF4-FFF2-40B4-BE49-F238E27FC236}">
                <a16:creationId xmlns:a16="http://schemas.microsoft.com/office/drawing/2014/main" id="{8E6ED079-6513-A1D4-A157-0E21C29D73BD}"/>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D30559FE-4A06-967F-B7F8-54DA1D6C9511}"/>
              </a:ext>
            </a:extLst>
          </p:cNvPr>
          <p:cNvSpPr>
            <a:spLocks noGrp="1"/>
          </p:cNvSpPr>
          <p:nvPr>
            <p:ph type="dt" sz="half" idx="10"/>
          </p:nvPr>
        </p:nvSpPr>
        <p:spPr/>
        <p:txBody>
          <a:bodyPr/>
          <a:lstStyle/>
          <a:p>
            <a:fld id="{A5C814EB-54A3-427B-B509-D5431C454229}" type="datetime1">
              <a:rPr lang="en-IN" smtClean="0"/>
              <a:t>02-05-2024</a:t>
            </a:fld>
            <a:endParaRPr lang="en-IN"/>
          </a:p>
        </p:txBody>
      </p:sp>
      <p:sp>
        <p:nvSpPr>
          <p:cNvPr id="5" name="Footer Placeholder 4">
            <a:extLst>
              <a:ext uri="{FF2B5EF4-FFF2-40B4-BE49-F238E27FC236}">
                <a16:creationId xmlns:a16="http://schemas.microsoft.com/office/drawing/2014/main" id="{B4C7312F-1191-19A3-7C6E-94C87B987468}"/>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F8F1940A-E3B0-4273-2C92-00127F4DD992}"/>
              </a:ext>
            </a:extLst>
          </p:cNvPr>
          <p:cNvSpPr>
            <a:spLocks noGrp="1"/>
          </p:cNvSpPr>
          <p:nvPr>
            <p:ph type="sldNum" sz="quarter" idx="12"/>
          </p:nvPr>
        </p:nvSpPr>
        <p:spPr/>
        <p:txBody>
          <a:bodyPr/>
          <a:lstStyle/>
          <a:p>
            <a:fld id="{BA31EB0C-5590-401D-B2AF-7A2046961168}" type="slidenum">
              <a:rPr lang="en-IN" smtClean="0"/>
              <a:t>49</a:t>
            </a:fld>
            <a:endParaRPr lang="en-IN"/>
          </a:p>
        </p:txBody>
      </p:sp>
      <p:pic>
        <p:nvPicPr>
          <p:cNvPr id="7" name="Picture 6">
            <a:extLst>
              <a:ext uri="{FF2B5EF4-FFF2-40B4-BE49-F238E27FC236}">
                <a16:creationId xmlns:a16="http://schemas.microsoft.com/office/drawing/2014/main" id="{6E1F493B-F138-381D-D9ED-70314DB3E5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pic>
        <p:nvPicPr>
          <p:cNvPr id="15362" name="Picture 2" descr="Deleting a node in AVL tree from the right subtree and perform LR rotation">
            <a:extLst>
              <a:ext uri="{FF2B5EF4-FFF2-40B4-BE49-F238E27FC236}">
                <a16:creationId xmlns:a16="http://schemas.microsoft.com/office/drawing/2014/main" id="{66313024-9387-70AE-0D52-BDB8588A3F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402" y="1939317"/>
            <a:ext cx="9940157" cy="4237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14860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F01B3-A9C6-076C-F899-1E38E812558E}"/>
              </a:ext>
            </a:extLst>
          </p:cNvPr>
          <p:cNvSpPr>
            <a:spLocks noGrp="1"/>
          </p:cNvSpPr>
          <p:nvPr>
            <p:ph type="title"/>
          </p:nvPr>
        </p:nvSpPr>
        <p:spPr>
          <a:xfrm>
            <a:off x="838200" y="983456"/>
            <a:ext cx="10515600" cy="498835"/>
          </a:xfrm>
        </p:spPr>
        <p:txBody>
          <a:bodyPr>
            <a:normAutofit fontScale="90000"/>
          </a:bodyPr>
          <a:lstStyle/>
          <a:p>
            <a:pPr algn="just"/>
            <a:r>
              <a:rPr lang="en-US" b="1" i="0" dirty="0">
                <a:solidFill>
                  <a:srgbClr val="00B050"/>
                </a:solidFill>
                <a:effectLst/>
                <a:highlight>
                  <a:srgbClr val="FFFFFF"/>
                </a:highlight>
                <a:latin typeface="+mn-lt"/>
              </a:rPr>
              <a:t>Case 2: Deleting a Node from the Left Subtree</a:t>
            </a:r>
            <a:endParaRPr lang="en-IN" b="1" dirty="0">
              <a:solidFill>
                <a:srgbClr val="00B050"/>
              </a:solidFill>
              <a:latin typeface="+mn-lt"/>
            </a:endParaRPr>
          </a:p>
        </p:txBody>
      </p:sp>
      <p:sp>
        <p:nvSpPr>
          <p:cNvPr id="3" name="Content Placeholder 2">
            <a:extLst>
              <a:ext uri="{FF2B5EF4-FFF2-40B4-BE49-F238E27FC236}">
                <a16:creationId xmlns:a16="http://schemas.microsoft.com/office/drawing/2014/main" id="{C62C8ED5-4ECF-4B39-232C-BDC34574F438}"/>
              </a:ext>
            </a:extLst>
          </p:cNvPr>
          <p:cNvSpPr>
            <a:spLocks noGrp="1"/>
          </p:cNvSpPr>
          <p:nvPr>
            <p:ph idx="1"/>
          </p:nvPr>
        </p:nvSpPr>
        <p:spPr>
          <a:xfrm>
            <a:off x="838200" y="1571985"/>
            <a:ext cx="10515600" cy="4604978"/>
          </a:xfrm>
        </p:spPr>
        <p:txBody>
          <a:bodyPr/>
          <a:lstStyle/>
          <a:p>
            <a:pPr marL="0" indent="0" algn="just">
              <a:buNone/>
            </a:pPr>
            <a:r>
              <a:rPr lang="en-US" b="1" i="0" dirty="0">
                <a:solidFill>
                  <a:srgbClr val="FF0000"/>
                </a:solidFill>
                <a:effectLst/>
                <a:highlight>
                  <a:srgbClr val="FFFFFF"/>
                </a:highlight>
              </a:rPr>
              <a:t>a) </a:t>
            </a:r>
            <a:r>
              <a:rPr lang="en-US" b="1" i="0" u="sng" dirty="0">
                <a:solidFill>
                  <a:srgbClr val="FF0000"/>
                </a:solidFill>
                <a:effectLst/>
                <a:highlight>
                  <a:srgbClr val="FFFFFF"/>
                </a:highlight>
              </a:rPr>
              <a:t>Perform </a:t>
            </a:r>
            <a:r>
              <a:rPr lang="en-US" b="1" i="0" u="sng" dirty="0">
                <a:solidFill>
                  <a:srgbClr val="FF33CC"/>
                </a:solidFill>
                <a:effectLst/>
                <a:highlight>
                  <a:srgbClr val="FFFFFF"/>
                </a:highlight>
              </a:rPr>
              <a:t>RR rotation </a:t>
            </a:r>
            <a:r>
              <a:rPr lang="en-US" b="1" i="0" dirty="0">
                <a:solidFill>
                  <a:srgbClr val="FF0000"/>
                </a:solidFill>
                <a:effectLst/>
                <a:highlight>
                  <a:srgbClr val="FFFFFF"/>
                </a:highlight>
              </a:rPr>
              <a:t>when after deletion of a node the </a:t>
            </a:r>
            <a:r>
              <a:rPr lang="en-US" b="1" i="0" u="sng" dirty="0">
                <a:solidFill>
                  <a:srgbClr val="FF0000"/>
                </a:solidFill>
                <a:effectLst/>
                <a:highlight>
                  <a:srgbClr val="FFFFFF"/>
                </a:highlight>
              </a:rPr>
              <a:t>balance factor of a node changes to </a:t>
            </a:r>
            <a:r>
              <a:rPr lang="en-US" b="1" i="0" u="sng" dirty="0">
                <a:solidFill>
                  <a:srgbClr val="FF33CC"/>
                </a:solidFill>
                <a:effectLst/>
                <a:highlight>
                  <a:srgbClr val="FFFFFF"/>
                </a:highlight>
              </a:rPr>
              <a:t>-2</a:t>
            </a:r>
            <a:r>
              <a:rPr lang="en-US" b="1" i="0" u="sng" dirty="0">
                <a:solidFill>
                  <a:srgbClr val="FF0000"/>
                </a:solidFill>
                <a:effectLst/>
                <a:highlight>
                  <a:srgbClr val="FFFFFF"/>
                </a:highlight>
              </a:rPr>
              <a:t> and the balance factor of its left child is -1.</a:t>
            </a:r>
            <a:endParaRPr lang="en-IN" b="1" u="sng" dirty="0">
              <a:solidFill>
                <a:srgbClr val="FF0000"/>
              </a:solidFill>
            </a:endParaRPr>
          </a:p>
        </p:txBody>
      </p:sp>
      <p:sp>
        <p:nvSpPr>
          <p:cNvPr id="4" name="Date Placeholder 3">
            <a:extLst>
              <a:ext uri="{FF2B5EF4-FFF2-40B4-BE49-F238E27FC236}">
                <a16:creationId xmlns:a16="http://schemas.microsoft.com/office/drawing/2014/main" id="{25ED0AD7-0ED5-3A05-319E-D2072CCBBAE5}"/>
              </a:ext>
            </a:extLst>
          </p:cNvPr>
          <p:cNvSpPr>
            <a:spLocks noGrp="1"/>
          </p:cNvSpPr>
          <p:nvPr>
            <p:ph type="dt" sz="half" idx="10"/>
          </p:nvPr>
        </p:nvSpPr>
        <p:spPr/>
        <p:txBody>
          <a:bodyPr/>
          <a:lstStyle/>
          <a:p>
            <a:fld id="{8158F11A-6A91-4CE8-A1E2-B5E381D71C56}" type="datetime1">
              <a:rPr lang="en-IN" smtClean="0"/>
              <a:t>02-05-2024</a:t>
            </a:fld>
            <a:endParaRPr lang="en-IN"/>
          </a:p>
        </p:txBody>
      </p:sp>
      <p:sp>
        <p:nvSpPr>
          <p:cNvPr id="5" name="Footer Placeholder 4">
            <a:extLst>
              <a:ext uri="{FF2B5EF4-FFF2-40B4-BE49-F238E27FC236}">
                <a16:creationId xmlns:a16="http://schemas.microsoft.com/office/drawing/2014/main" id="{0A1D0785-521E-8ED1-C1C2-4768F7DB759E}"/>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B788751C-3A4F-E614-6168-752F7D2B49BF}"/>
              </a:ext>
            </a:extLst>
          </p:cNvPr>
          <p:cNvSpPr>
            <a:spLocks noGrp="1"/>
          </p:cNvSpPr>
          <p:nvPr>
            <p:ph type="sldNum" sz="quarter" idx="12"/>
          </p:nvPr>
        </p:nvSpPr>
        <p:spPr/>
        <p:txBody>
          <a:bodyPr/>
          <a:lstStyle/>
          <a:p>
            <a:fld id="{BA31EB0C-5590-401D-B2AF-7A2046961168}" type="slidenum">
              <a:rPr lang="en-IN" smtClean="0"/>
              <a:t>50</a:t>
            </a:fld>
            <a:endParaRPr lang="en-IN"/>
          </a:p>
        </p:txBody>
      </p:sp>
      <p:pic>
        <p:nvPicPr>
          <p:cNvPr id="7" name="Picture 6">
            <a:extLst>
              <a:ext uri="{FF2B5EF4-FFF2-40B4-BE49-F238E27FC236}">
                <a16:creationId xmlns:a16="http://schemas.microsoft.com/office/drawing/2014/main" id="{CF12D1EC-9ECA-DE2F-5768-FE1A57D8FA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pic>
        <p:nvPicPr>
          <p:cNvPr id="1028" name="Picture 4" descr="Deleting a node in AVL tree from the left subtree">
            <a:extLst>
              <a:ext uri="{FF2B5EF4-FFF2-40B4-BE49-F238E27FC236}">
                <a16:creationId xmlns:a16="http://schemas.microsoft.com/office/drawing/2014/main" id="{9512EBC1-27A6-D925-78C1-B0E7329B94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5274" y="2942331"/>
            <a:ext cx="8121452" cy="3324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38757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F01B3-A9C6-076C-F899-1E38E812558E}"/>
              </a:ext>
            </a:extLst>
          </p:cNvPr>
          <p:cNvSpPr>
            <a:spLocks noGrp="1"/>
          </p:cNvSpPr>
          <p:nvPr>
            <p:ph type="title"/>
          </p:nvPr>
        </p:nvSpPr>
        <p:spPr>
          <a:xfrm>
            <a:off x="838200" y="590550"/>
            <a:ext cx="10515600" cy="1325563"/>
          </a:xfrm>
        </p:spPr>
        <p:txBody>
          <a:bodyPr>
            <a:noAutofit/>
          </a:bodyPr>
          <a:lstStyle/>
          <a:p>
            <a:pPr algn="just"/>
            <a:r>
              <a:rPr lang="en-US" sz="3200" b="1" dirty="0">
                <a:solidFill>
                  <a:srgbClr val="FF0000"/>
                </a:solidFill>
                <a:latin typeface="+mn-lt"/>
              </a:rPr>
              <a:t>b) </a:t>
            </a:r>
            <a:r>
              <a:rPr lang="en-US" sz="3200" b="1" u="sng" dirty="0">
                <a:solidFill>
                  <a:srgbClr val="FF0000"/>
                </a:solidFill>
                <a:latin typeface="+mn-lt"/>
              </a:rPr>
              <a:t>Perform </a:t>
            </a:r>
            <a:r>
              <a:rPr lang="en-US" sz="3200" b="1" u="sng" dirty="0">
                <a:solidFill>
                  <a:srgbClr val="FF33CC"/>
                </a:solidFill>
                <a:latin typeface="+mn-lt"/>
              </a:rPr>
              <a:t>RR rotation </a:t>
            </a:r>
            <a:r>
              <a:rPr lang="en-US" sz="3200" b="1" dirty="0">
                <a:solidFill>
                  <a:srgbClr val="FF0000"/>
                </a:solidFill>
                <a:latin typeface="+mn-lt"/>
              </a:rPr>
              <a:t>when after deletion of a node the </a:t>
            </a:r>
            <a:r>
              <a:rPr lang="en-US" sz="3200" b="1" u="sng" dirty="0">
                <a:solidFill>
                  <a:srgbClr val="FF0000"/>
                </a:solidFill>
                <a:latin typeface="+mn-lt"/>
              </a:rPr>
              <a:t>balance factor of a node changes to </a:t>
            </a:r>
            <a:r>
              <a:rPr lang="en-US" sz="3200" b="1" u="sng" dirty="0">
                <a:solidFill>
                  <a:srgbClr val="FF33CC"/>
                </a:solidFill>
                <a:latin typeface="+mn-lt"/>
              </a:rPr>
              <a:t>-2</a:t>
            </a:r>
            <a:r>
              <a:rPr lang="en-US" sz="3200" b="1" u="sng" dirty="0">
                <a:solidFill>
                  <a:srgbClr val="FF0000"/>
                </a:solidFill>
                <a:latin typeface="+mn-lt"/>
              </a:rPr>
              <a:t> and the balance factor of its left child is </a:t>
            </a:r>
            <a:r>
              <a:rPr lang="en-US" sz="3200" b="1" u="sng" dirty="0">
                <a:solidFill>
                  <a:srgbClr val="FF33CC"/>
                </a:solidFill>
                <a:latin typeface="+mn-lt"/>
              </a:rPr>
              <a:t>0</a:t>
            </a:r>
            <a:r>
              <a:rPr lang="en-US" sz="3200" b="1" u="sng" dirty="0">
                <a:solidFill>
                  <a:srgbClr val="FF0000"/>
                </a:solidFill>
                <a:latin typeface="+mn-lt"/>
              </a:rPr>
              <a:t>.</a:t>
            </a:r>
            <a:endParaRPr lang="en-IN" sz="3200" b="1" u="sng" dirty="0">
              <a:solidFill>
                <a:srgbClr val="FF0000"/>
              </a:solidFill>
              <a:latin typeface="+mn-lt"/>
            </a:endParaRPr>
          </a:p>
        </p:txBody>
      </p:sp>
      <p:sp>
        <p:nvSpPr>
          <p:cNvPr id="3" name="Content Placeholder 2">
            <a:extLst>
              <a:ext uri="{FF2B5EF4-FFF2-40B4-BE49-F238E27FC236}">
                <a16:creationId xmlns:a16="http://schemas.microsoft.com/office/drawing/2014/main" id="{C62C8ED5-4ECF-4B39-232C-BDC34574F438}"/>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25ED0AD7-0ED5-3A05-319E-D2072CCBBAE5}"/>
              </a:ext>
            </a:extLst>
          </p:cNvPr>
          <p:cNvSpPr>
            <a:spLocks noGrp="1"/>
          </p:cNvSpPr>
          <p:nvPr>
            <p:ph type="dt" sz="half" idx="10"/>
          </p:nvPr>
        </p:nvSpPr>
        <p:spPr/>
        <p:txBody>
          <a:bodyPr/>
          <a:lstStyle/>
          <a:p>
            <a:fld id="{29D7FFB6-9BF8-4305-A1F1-AED3428F6146}" type="datetime1">
              <a:rPr lang="en-IN" smtClean="0"/>
              <a:t>02-05-2024</a:t>
            </a:fld>
            <a:endParaRPr lang="en-IN"/>
          </a:p>
        </p:txBody>
      </p:sp>
      <p:sp>
        <p:nvSpPr>
          <p:cNvPr id="5" name="Footer Placeholder 4">
            <a:extLst>
              <a:ext uri="{FF2B5EF4-FFF2-40B4-BE49-F238E27FC236}">
                <a16:creationId xmlns:a16="http://schemas.microsoft.com/office/drawing/2014/main" id="{0A1D0785-521E-8ED1-C1C2-4768F7DB759E}"/>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B788751C-3A4F-E614-6168-752F7D2B49BF}"/>
              </a:ext>
            </a:extLst>
          </p:cNvPr>
          <p:cNvSpPr>
            <a:spLocks noGrp="1"/>
          </p:cNvSpPr>
          <p:nvPr>
            <p:ph type="sldNum" sz="quarter" idx="12"/>
          </p:nvPr>
        </p:nvSpPr>
        <p:spPr/>
        <p:txBody>
          <a:bodyPr/>
          <a:lstStyle/>
          <a:p>
            <a:fld id="{BA31EB0C-5590-401D-B2AF-7A2046961168}" type="slidenum">
              <a:rPr lang="en-IN" smtClean="0"/>
              <a:t>51</a:t>
            </a:fld>
            <a:endParaRPr lang="en-IN"/>
          </a:p>
        </p:txBody>
      </p:sp>
      <p:pic>
        <p:nvPicPr>
          <p:cNvPr id="7" name="Picture 6">
            <a:extLst>
              <a:ext uri="{FF2B5EF4-FFF2-40B4-BE49-F238E27FC236}">
                <a16:creationId xmlns:a16="http://schemas.microsoft.com/office/drawing/2014/main" id="{CF12D1EC-9ECA-DE2F-5768-FE1A57D8FA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pic>
        <p:nvPicPr>
          <p:cNvPr id="2050" name="Picture 2" descr="Deleting a node in AVL tree from the left subtree and perform RR rotation">
            <a:extLst>
              <a:ext uri="{FF2B5EF4-FFF2-40B4-BE49-F238E27FC236}">
                <a16:creationId xmlns:a16="http://schemas.microsoft.com/office/drawing/2014/main" id="{B5DC7BED-9AF6-BB32-BD82-11F6BBEF1D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2120" y="1974056"/>
            <a:ext cx="10247760" cy="4144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51442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F01B3-A9C6-076C-F899-1E38E812558E}"/>
              </a:ext>
            </a:extLst>
          </p:cNvPr>
          <p:cNvSpPr>
            <a:spLocks noGrp="1"/>
          </p:cNvSpPr>
          <p:nvPr>
            <p:ph type="title"/>
          </p:nvPr>
        </p:nvSpPr>
        <p:spPr>
          <a:xfrm>
            <a:off x="838200" y="860424"/>
            <a:ext cx="10515600" cy="1325563"/>
          </a:xfrm>
        </p:spPr>
        <p:txBody>
          <a:bodyPr>
            <a:noAutofit/>
          </a:bodyPr>
          <a:lstStyle/>
          <a:p>
            <a:r>
              <a:rPr lang="en-US" sz="3200" b="1" dirty="0">
                <a:solidFill>
                  <a:srgbClr val="FF0000"/>
                </a:solidFill>
                <a:latin typeface="+mn-lt"/>
              </a:rPr>
              <a:t>c) </a:t>
            </a:r>
            <a:r>
              <a:rPr lang="en-US" sz="3200" b="1" u="sng" dirty="0">
                <a:solidFill>
                  <a:srgbClr val="FF0000"/>
                </a:solidFill>
                <a:latin typeface="+mn-lt"/>
              </a:rPr>
              <a:t>Perform </a:t>
            </a:r>
            <a:r>
              <a:rPr lang="en-US" sz="3200" b="1" u="sng" dirty="0">
                <a:solidFill>
                  <a:srgbClr val="FF33CC"/>
                </a:solidFill>
                <a:latin typeface="+mn-lt"/>
              </a:rPr>
              <a:t>RL rotation </a:t>
            </a:r>
            <a:r>
              <a:rPr lang="en-US" sz="3200" b="1" dirty="0">
                <a:solidFill>
                  <a:srgbClr val="FF0000"/>
                </a:solidFill>
                <a:latin typeface="+mn-lt"/>
              </a:rPr>
              <a:t>when after deletion of a node the </a:t>
            </a:r>
            <a:r>
              <a:rPr lang="en-US" sz="3200" b="1" u="sng" dirty="0">
                <a:solidFill>
                  <a:srgbClr val="FF0000"/>
                </a:solidFill>
                <a:latin typeface="+mn-lt"/>
              </a:rPr>
              <a:t>balance factor of a node changes to </a:t>
            </a:r>
            <a:r>
              <a:rPr lang="en-US" sz="3200" b="1" u="sng" dirty="0">
                <a:solidFill>
                  <a:srgbClr val="FF33CC"/>
                </a:solidFill>
                <a:latin typeface="+mn-lt"/>
              </a:rPr>
              <a:t>-2</a:t>
            </a:r>
            <a:r>
              <a:rPr lang="en-US" sz="3200" b="1" u="sng" dirty="0">
                <a:solidFill>
                  <a:srgbClr val="FF0000"/>
                </a:solidFill>
                <a:latin typeface="+mn-lt"/>
              </a:rPr>
              <a:t> and the balance factor of its left child is </a:t>
            </a:r>
            <a:r>
              <a:rPr lang="en-US" sz="3200" b="1" u="sng" dirty="0">
                <a:solidFill>
                  <a:srgbClr val="FF33CC"/>
                </a:solidFill>
                <a:latin typeface="+mn-lt"/>
              </a:rPr>
              <a:t>1</a:t>
            </a:r>
            <a:r>
              <a:rPr lang="en-US" sz="3200" b="1" u="sng" dirty="0">
                <a:solidFill>
                  <a:srgbClr val="FF0000"/>
                </a:solidFill>
                <a:latin typeface="+mn-lt"/>
              </a:rPr>
              <a:t>.</a:t>
            </a:r>
            <a:br>
              <a:rPr lang="en-US" sz="3200" b="1" u="sng" dirty="0">
                <a:solidFill>
                  <a:srgbClr val="FF0000"/>
                </a:solidFill>
                <a:latin typeface="+mn-lt"/>
              </a:rPr>
            </a:br>
            <a:endParaRPr lang="en-IN" sz="3200" b="1" u="sng" dirty="0">
              <a:solidFill>
                <a:srgbClr val="FF0000"/>
              </a:solidFill>
              <a:latin typeface="+mn-lt"/>
            </a:endParaRPr>
          </a:p>
        </p:txBody>
      </p:sp>
      <p:sp>
        <p:nvSpPr>
          <p:cNvPr id="4" name="Date Placeholder 3">
            <a:extLst>
              <a:ext uri="{FF2B5EF4-FFF2-40B4-BE49-F238E27FC236}">
                <a16:creationId xmlns:a16="http://schemas.microsoft.com/office/drawing/2014/main" id="{25ED0AD7-0ED5-3A05-319E-D2072CCBBAE5}"/>
              </a:ext>
            </a:extLst>
          </p:cNvPr>
          <p:cNvSpPr>
            <a:spLocks noGrp="1"/>
          </p:cNvSpPr>
          <p:nvPr>
            <p:ph type="dt" sz="half" idx="10"/>
          </p:nvPr>
        </p:nvSpPr>
        <p:spPr/>
        <p:txBody>
          <a:bodyPr/>
          <a:lstStyle/>
          <a:p>
            <a:fld id="{DC7EE785-A380-4ACA-9894-A805D580C663}" type="datetime1">
              <a:rPr lang="en-IN" smtClean="0"/>
              <a:t>02-05-2024</a:t>
            </a:fld>
            <a:endParaRPr lang="en-IN"/>
          </a:p>
        </p:txBody>
      </p:sp>
      <p:sp>
        <p:nvSpPr>
          <p:cNvPr id="5" name="Footer Placeholder 4">
            <a:extLst>
              <a:ext uri="{FF2B5EF4-FFF2-40B4-BE49-F238E27FC236}">
                <a16:creationId xmlns:a16="http://schemas.microsoft.com/office/drawing/2014/main" id="{0A1D0785-521E-8ED1-C1C2-4768F7DB759E}"/>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B788751C-3A4F-E614-6168-752F7D2B49BF}"/>
              </a:ext>
            </a:extLst>
          </p:cNvPr>
          <p:cNvSpPr>
            <a:spLocks noGrp="1"/>
          </p:cNvSpPr>
          <p:nvPr>
            <p:ph type="sldNum" sz="quarter" idx="12"/>
          </p:nvPr>
        </p:nvSpPr>
        <p:spPr/>
        <p:txBody>
          <a:bodyPr/>
          <a:lstStyle/>
          <a:p>
            <a:fld id="{BA31EB0C-5590-401D-B2AF-7A2046961168}" type="slidenum">
              <a:rPr lang="en-IN" smtClean="0"/>
              <a:t>52</a:t>
            </a:fld>
            <a:endParaRPr lang="en-IN"/>
          </a:p>
        </p:txBody>
      </p:sp>
      <p:pic>
        <p:nvPicPr>
          <p:cNvPr id="7" name="Picture 6">
            <a:extLst>
              <a:ext uri="{FF2B5EF4-FFF2-40B4-BE49-F238E27FC236}">
                <a16:creationId xmlns:a16="http://schemas.microsoft.com/office/drawing/2014/main" id="{CF12D1EC-9ECA-DE2F-5768-FE1A57D8FA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pic>
        <p:nvPicPr>
          <p:cNvPr id="3074" name="Picture 2" descr="Deleting a node in AVL tree from the left subtree and perform RL rotation">
            <a:extLst>
              <a:ext uri="{FF2B5EF4-FFF2-40B4-BE49-F238E27FC236}">
                <a16:creationId xmlns:a16="http://schemas.microsoft.com/office/drawing/2014/main" id="{2258F4C2-99FF-3A50-5EFC-54EF29EDF4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4531" y="2080126"/>
            <a:ext cx="10262937" cy="4276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3194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3F7C720-CC97-9571-8A06-72FD5E6742B4}"/>
              </a:ext>
            </a:extLst>
          </p:cNvPr>
          <p:cNvPicPr>
            <a:picLocks noChangeAspect="1"/>
          </p:cNvPicPr>
          <p:nvPr/>
        </p:nvPicPr>
        <p:blipFill>
          <a:blip r:embed="rId2"/>
          <a:stretch>
            <a:fillRect/>
          </a:stretch>
        </p:blipFill>
        <p:spPr>
          <a:xfrm>
            <a:off x="2749766" y="-1"/>
            <a:ext cx="7009111" cy="6858001"/>
          </a:xfrm>
          <a:prstGeom prst="rect">
            <a:avLst/>
          </a:prstGeom>
        </p:spPr>
      </p:pic>
      <p:sp>
        <p:nvSpPr>
          <p:cNvPr id="4" name="Date Placeholder 3">
            <a:extLst>
              <a:ext uri="{FF2B5EF4-FFF2-40B4-BE49-F238E27FC236}">
                <a16:creationId xmlns:a16="http://schemas.microsoft.com/office/drawing/2014/main" id="{25ED0AD7-0ED5-3A05-319E-D2072CCBBAE5}"/>
              </a:ext>
            </a:extLst>
          </p:cNvPr>
          <p:cNvSpPr>
            <a:spLocks noGrp="1"/>
          </p:cNvSpPr>
          <p:nvPr>
            <p:ph type="dt" sz="half" idx="10"/>
          </p:nvPr>
        </p:nvSpPr>
        <p:spPr/>
        <p:txBody>
          <a:bodyPr/>
          <a:lstStyle/>
          <a:p>
            <a:fld id="{72BF648A-A6B1-4BE3-B2A1-DA79476361E3}" type="datetime1">
              <a:rPr lang="en-IN" smtClean="0"/>
              <a:t>02-05-2024</a:t>
            </a:fld>
            <a:endParaRPr lang="en-IN"/>
          </a:p>
        </p:txBody>
      </p:sp>
      <p:sp>
        <p:nvSpPr>
          <p:cNvPr id="5" name="Footer Placeholder 4">
            <a:extLst>
              <a:ext uri="{FF2B5EF4-FFF2-40B4-BE49-F238E27FC236}">
                <a16:creationId xmlns:a16="http://schemas.microsoft.com/office/drawing/2014/main" id="{0A1D0785-521E-8ED1-C1C2-4768F7DB759E}"/>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B788751C-3A4F-E614-6168-752F7D2B49BF}"/>
              </a:ext>
            </a:extLst>
          </p:cNvPr>
          <p:cNvSpPr>
            <a:spLocks noGrp="1"/>
          </p:cNvSpPr>
          <p:nvPr>
            <p:ph type="sldNum" sz="quarter" idx="12"/>
          </p:nvPr>
        </p:nvSpPr>
        <p:spPr/>
        <p:txBody>
          <a:bodyPr/>
          <a:lstStyle/>
          <a:p>
            <a:fld id="{BA31EB0C-5590-401D-B2AF-7A2046961168}" type="slidenum">
              <a:rPr lang="en-IN" smtClean="0"/>
              <a:t>53</a:t>
            </a:fld>
            <a:endParaRPr lang="en-IN"/>
          </a:p>
        </p:txBody>
      </p:sp>
      <p:pic>
        <p:nvPicPr>
          <p:cNvPr id="7" name="Picture 6">
            <a:extLst>
              <a:ext uri="{FF2B5EF4-FFF2-40B4-BE49-F238E27FC236}">
                <a16:creationId xmlns:a16="http://schemas.microsoft.com/office/drawing/2014/main" id="{CF12D1EC-9ECA-DE2F-5768-FE1A57D8FA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sp>
        <p:nvSpPr>
          <p:cNvPr id="3" name="Content Placeholder 2">
            <a:extLst>
              <a:ext uri="{FF2B5EF4-FFF2-40B4-BE49-F238E27FC236}">
                <a16:creationId xmlns:a16="http://schemas.microsoft.com/office/drawing/2014/main" id="{606C853B-03CE-F65A-DA5B-A5288CAD1031}"/>
              </a:ext>
            </a:extLst>
          </p:cNvPr>
          <p:cNvSpPr>
            <a:spLocks noGrp="1"/>
          </p:cNvSpPr>
          <p:nvPr>
            <p:ph idx="1"/>
          </p:nvPr>
        </p:nvSpPr>
        <p:spPr>
          <a:xfrm>
            <a:off x="838200" y="5811837"/>
            <a:ext cx="10515600" cy="459558"/>
          </a:xfrm>
        </p:spPr>
        <p:txBody>
          <a:bodyPr>
            <a:normAutofit lnSpcReduction="10000"/>
          </a:bodyPr>
          <a:lstStyle/>
          <a:p>
            <a:pPr marL="0" indent="0" algn="r">
              <a:buNone/>
            </a:pPr>
            <a:r>
              <a:rPr lang="en-US" b="1" dirty="0">
                <a:solidFill>
                  <a:srgbClr val="FF0000"/>
                </a:solidFill>
              </a:rPr>
              <a:t>CONTD……..</a:t>
            </a:r>
            <a:endParaRPr lang="en-IN" b="1" dirty="0">
              <a:solidFill>
                <a:srgbClr val="FF0000"/>
              </a:solidFill>
            </a:endParaRPr>
          </a:p>
        </p:txBody>
      </p:sp>
    </p:spTree>
    <p:extLst>
      <p:ext uri="{BB962C8B-B14F-4D97-AF65-F5344CB8AC3E}">
        <p14:creationId xmlns:p14="http://schemas.microsoft.com/office/powerpoint/2010/main" val="9334555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B4500D-BC33-6F3A-ED8E-B0E892A308C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F581A18-2F3B-816B-9CE2-821E7F00F7A7}"/>
              </a:ext>
            </a:extLst>
          </p:cNvPr>
          <p:cNvSpPr>
            <a:spLocks noGrp="1"/>
          </p:cNvSpPr>
          <p:nvPr>
            <p:ph type="dt" sz="half" idx="10"/>
          </p:nvPr>
        </p:nvSpPr>
        <p:spPr/>
        <p:txBody>
          <a:bodyPr/>
          <a:lstStyle/>
          <a:p>
            <a:fld id="{A6025CEA-E9F7-4383-B0E3-A23B9EF48268}" type="datetime1">
              <a:rPr lang="en-IN" smtClean="0"/>
              <a:t>02-05-2024</a:t>
            </a:fld>
            <a:endParaRPr lang="en-IN"/>
          </a:p>
        </p:txBody>
      </p:sp>
      <p:sp>
        <p:nvSpPr>
          <p:cNvPr id="5" name="Footer Placeholder 4">
            <a:extLst>
              <a:ext uri="{FF2B5EF4-FFF2-40B4-BE49-F238E27FC236}">
                <a16:creationId xmlns:a16="http://schemas.microsoft.com/office/drawing/2014/main" id="{FA1FADD0-7659-E602-1AEE-04FA478F0DF1}"/>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C6E71666-93C2-0BED-B67D-29B0E2A572B7}"/>
              </a:ext>
            </a:extLst>
          </p:cNvPr>
          <p:cNvSpPr>
            <a:spLocks noGrp="1"/>
          </p:cNvSpPr>
          <p:nvPr>
            <p:ph type="sldNum" sz="quarter" idx="12"/>
          </p:nvPr>
        </p:nvSpPr>
        <p:spPr/>
        <p:txBody>
          <a:bodyPr/>
          <a:lstStyle/>
          <a:p>
            <a:fld id="{BA31EB0C-5590-401D-B2AF-7A2046961168}" type="slidenum">
              <a:rPr lang="en-IN" smtClean="0"/>
              <a:t>54</a:t>
            </a:fld>
            <a:endParaRPr lang="en-IN"/>
          </a:p>
        </p:txBody>
      </p:sp>
      <p:pic>
        <p:nvPicPr>
          <p:cNvPr id="7" name="Picture 6">
            <a:extLst>
              <a:ext uri="{FF2B5EF4-FFF2-40B4-BE49-F238E27FC236}">
                <a16:creationId xmlns:a16="http://schemas.microsoft.com/office/drawing/2014/main" id="{4E23B7A3-DF47-6A4D-A707-14C0C91F74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13" y="-69932"/>
            <a:ext cx="3123344" cy="750969"/>
          </a:xfrm>
          <a:prstGeom prst="rect">
            <a:avLst/>
          </a:prstGeom>
        </p:spPr>
      </p:pic>
      <p:pic>
        <p:nvPicPr>
          <p:cNvPr id="11" name="Picture 10">
            <a:extLst>
              <a:ext uri="{FF2B5EF4-FFF2-40B4-BE49-F238E27FC236}">
                <a16:creationId xmlns:a16="http://schemas.microsoft.com/office/drawing/2014/main" id="{381037F0-8EB2-5890-97AA-7A95340DCDD3}"/>
              </a:ext>
            </a:extLst>
          </p:cNvPr>
          <p:cNvPicPr>
            <a:picLocks noChangeAspect="1"/>
          </p:cNvPicPr>
          <p:nvPr/>
        </p:nvPicPr>
        <p:blipFill>
          <a:blip r:embed="rId3"/>
          <a:stretch>
            <a:fillRect/>
          </a:stretch>
        </p:blipFill>
        <p:spPr>
          <a:xfrm>
            <a:off x="838200" y="681037"/>
            <a:ext cx="10581936" cy="5495926"/>
          </a:xfrm>
          <a:prstGeom prst="rect">
            <a:avLst/>
          </a:prstGeom>
        </p:spPr>
      </p:pic>
      <p:sp>
        <p:nvSpPr>
          <p:cNvPr id="8" name="Content Placeholder 2">
            <a:extLst>
              <a:ext uri="{FF2B5EF4-FFF2-40B4-BE49-F238E27FC236}">
                <a16:creationId xmlns:a16="http://schemas.microsoft.com/office/drawing/2014/main" id="{CA438FFA-F6A9-ED83-6728-390579B1A65A}"/>
              </a:ext>
            </a:extLst>
          </p:cNvPr>
          <p:cNvSpPr txBox="1">
            <a:spLocks/>
          </p:cNvSpPr>
          <p:nvPr/>
        </p:nvSpPr>
        <p:spPr>
          <a:xfrm>
            <a:off x="838200" y="5811837"/>
            <a:ext cx="10515600" cy="45955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b="1">
                <a:solidFill>
                  <a:srgbClr val="FF0000"/>
                </a:solidFill>
              </a:rPr>
              <a:t>CONTD……..</a:t>
            </a:r>
            <a:endParaRPr lang="en-IN" b="1" dirty="0">
              <a:solidFill>
                <a:srgbClr val="FF0000"/>
              </a:solidFill>
            </a:endParaRPr>
          </a:p>
        </p:txBody>
      </p:sp>
    </p:spTree>
    <p:extLst>
      <p:ext uri="{BB962C8B-B14F-4D97-AF65-F5344CB8AC3E}">
        <p14:creationId xmlns:p14="http://schemas.microsoft.com/office/powerpoint/2010/main" val="37335345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8DB1B16-94EA-0C3F-06B2-3DE790440C7B}"/>
              </a:ext>
            </a:extLst>
          </p:cNvPr>
          <p:cNvSpPr>
            <a:spLocks noGrp="1"/>
          </p:cNvSpPr>
          <p:nvPr>
            <p:ph type="dt" sz="half" idx="10"/>
          </p:nvPr>
        </p:nvSpPr>
        <p:spPr/>
        <p:txBody>
          <a:bodyPr/>
          <a:lstStyle/>
          <a:p>
            <a:fld id="{F8706F60-11A5-478C-A818-B232111309BE}" type="datetime1">
              <a:rPr lang="en-IN" smtClean="0"/>
              <a:t>02-05-2024</a:t>
            </a:fld>
            <a:endParaRPr lang="en-IN"/>
          </a:p>
        </p:txBody>
      </p:sp>
      <p:sp>
        <p:nvSpPr>
          <p:cNvPr id="5" name="Footer Placeholder 4">
            <a:extLst>
              <a:ext uri="{FF2B5EF4-FFF2-40B4-BE49-F238E27FC236}">
                <a16:creationId xmlns:a16="http://schemas.microsoft.com/office/drawing/2014/main" id="{140E8DB9-60D9-2DE0-93C3-38D670C46C56}"/>
              </a:ext>
            </a:extLst>
          </p:cNvPr>
          <p:cNvSpPr>
            <a:spLocks noGrp="1"/>
          </p:cNvSpPr>
          <p:nvPr>
            <p:ph type="ftr" sz="quarter" idx="11"/>
          </p:nvPr>
        </p:nvSpPr>
        <p:spPr/>
        <p:txBody>
          <a:bodyPr/>
          <a:lstStyle/>
          <a:p>
            <a:r>
              <a:rPr lang="en-IN"/>
              <a:t>UNIT-III TREES</a:t>
            </a:r>
          </a:p>
        </p:txBody>
      </p:sp>
      <p:sp>
        <p:nvSpPr>
          <p:cNvPr id="6" name="Slide Number Placeholder 5">
            <a:extLst>
              <a:ext uri="{FF2B5EF4-FFF2-40B4-BE49-F238E27FC236}">
                <a16:creationId xmlns:a16="http://schemas.microsoft.com/office/drawing/2014/main" id="{DE508707-D0B5-45E0-340C-2B991449746E}"/>
              </a:ext>
            </a:extLst>
          </p:cNvPr>
          <p:cNvSpPr>
            <a:spLocks noGrp="1"/>
          </p:cNvSpPr>
          <p:nvPr>
            <p:ph type="sldNum" sz="quarter" idx="12"/>
          </p:nvPr>
        </p:nvSpPr>
        <p:spPr/>
        <p:txBody>
          <a:bodyPr/>
          <a:lstStyle/>
          <a:p>
            <a:fld id="{BA31EB0C-5590-401D-B2AF-7A2046961168}" type="slidenum">
              <a:rPr lang="en-IN" smtClean="0"/>
              <a:t>55</a:t>
            </a:fld>
            <a:endParaRPr lang="en-IN"/>
          </a:p>
        </p:txBody>
      </p:sp>
      <p:pic>
        <p:nvPicPr>
          <p:cNvPr id="8" name="Picture 7">
            <a:extLst>
              <a:ext uri="{FF2B5EF4-FFF2-40B4-BE49-F238E27FC236}">
                <a16:creationId xmlns:a16="http://schemas.microsoft.com/office/drawing/2014/main" id="{11D92D4C-03FF-D045-77FD-522CA5858B88}"/>
              </a:ext>
            </a:extLst>
          </p:cNvPr>
          <p:cNvPicPr>
            <a:picLocks noChangeAspect="1"/>
          </p:cNvPicPr>
          <p:nvPr/>
        </p:nvPicPr>
        <p:blipFill>
          <a:blip r:embed="rId2"/>
          <a:stretch>
            <a:fillRect/>
          </a:stretch>
        </p:blipFill>
        <p:spPr>
          <a:xfrm>
            <a:off x="2389379" y="104188"/>
            <a:ext cx="6430272" cy="6735115"/>
          </a:xfrm>
          <a:prstGeom prst="rect">
            <a:avLst/>
          </a:prstGeom>
        </p:spPr>
      </p:pic>
      <p:pic>
        <p:nvPicPr>
          <p:cNvPr id="9" name="Picture 8">
            <a:extLst>
              <a:ext uri="{FF2B5EF4-FFF2-40B4-BE49-F238E27FC236}">
                <a16:creationId xmlns:a16="http://schemas.microsoft.com/office/drawing/2014/main" id="{DF570BAE-536C-24D5-494B-77ACAF16BE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13" y="-69932"/>
            <a:ext cx="2732823" cy="657073"/>
          </a:xfrm>
          <a:prstGeom prst="rect">
            <a:avLst/>
          </a:prstGeom>
        </p:spPr>
      </p:pic>
    </p:spTree>
    <p:extLst>
      <p:ext uri="{BB962C8B-B14F-4D97-AF65-F5344CB8AC3E}">
        <p14:creationId xmlns:p14="http://schemas.microsoft.com/office/powerpoint/2010/main" val="17782835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1415</Words>
  <Application>Microsoft Office PowerPoint</Application>
  <PresentationFormat>Widescreen</PresentationFormat>
  <Paragraphs>328</Paragraphs>
  <Slides>55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55</vt:i4>
      </vt:variant>
    </vt:vector>
  </HeadingPairs>
  <TitlesOfParts>
    <vt:vector size="66" baseType="lpstr">
      <vt:lpstr>Arial</vt:lpstr>
      <vt:lpstr>Arial Rounded MT Bold</vt:lpstr>
      <vt:lpstr>Calibri</vt:lpstr>
      <vt:lpstr>Calibri Light</vt:lpstr>
      <vt:lpstr>Comic Sans MS</vt:lpstr>
      <vt:lpstr>erdana</vt:lpstr>
      <vt:lpstr>euclid_circular_a</vt:lpstr>
      <vt:lpstr>inter-bold</vt:lpstr>
      <vt:lpstr>inter-regular</vt:lpstr>
      <vt:lpstr>Verdana</vt:lpstr>
      <vt:lpstr>Office Theme</vt:lpstr>
      <vt:lpstr>U23CS301-Data Structures</vt:lpstr>
      <vt:lpstr>Course Objectives:</vt:lpstr>
      <vt:lpstr>Course Outcomes:</vt:lpstr>
      <vt:lpstr>UNIT III TREES</vt:lpstr>
      <vt:lpstr>PowerPoint Presentation</vt:lpstr>
      <vt:lpstr>AVL TREE </vt:lpstr>
      <vt:lpstr>AVL TREES</vt:lpstr>
      <vt:lpstr>Balance Factor</vt:lpstr>
      <vt:lpstr>PowerPoint Presentation</vt:lpstr>
      <vt:lpstr>PowerPoint Presentation</vt:lpstr>
      <vt:lpstr>AVL Rotations</vt:lpstr>
      <vt:lpstr>PowerPoint Presentation</vt:lpstr>
      <vt:lpstr>1. RR Rotation</vt:lpstr>
      <vt:lpstr>PowerPoint Presentation</vt:lpstr>
      <vt:lpstr>2. LL Rotation</vt:lpstr>
      <vt:lpstr>PowerPoint Presentation</vt:lpstr>
      <vt:lpstr>3. LR Rotation</vt:lpstr>
      <vt:lpstr>PowerPoint Presentation</vt:lpstr>
      <vt:lpstr>PowerPoint Presentation</vt:lpstr>
      <vt:lpstr>4. RL Rotation</vt:lpstr>
      <vt:lpstr>PowerPoint Presentation</vt:lpstr>
      <vt:lpstr>PowerPoint Presentation</vt:lpstr>
      <vt:lpstr>PowerPoint Presentation</vt:lpstr>
      <vt:lpstr>PowerPoint Presentation</vt:lpstr>
      <vt:lpstr>PowerPoint Presentation</vt:lpstr>
      <vt:lpstr>PowerPoint Presentation</vt:lpstr>
      <vt:lpstr>Construct an AVL tree having the following elements </vt:lpstr>
      <vt:lpstr>Construct an AVL tree having the following elements </vt:lpstr>
      <vt:lpstr>Construct an AVL tree having the following elements </vt:lpstr>
      <vt:lpstr>Construct an AVL tree having the following elements </vt:lpstr>
      <vt:lpstr>Construct an AVL tree having the following elements </vt:lpstr>
      <vt:lpstr>Construct an AVL tree having the following elements </vt:lpstr>
      <vt:lpstr>Construct an AVL tree having the following elements </vt:lpstr>
      <vt:lpstr>Construct an AVL tree having the following elements </vt:lpstr>
      <vt:lpstr>Construct an AVL tree having the following elements </vt:lpstr>
      <vt:lpstr>Construct an AVL tree having the following elements </vt:lpstr>
      <vt:lpstr>Construct an AVL tree having the following elements </vt:lpstr>
      <vt:lpstr>Example: Construct an AVL Tree by inserting numbers from 1 to 8.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Deletion </vt:lpstr>
      <vt:lpstr>Case 1: Deleting a Node from the Right Subtree</vt:lpstr>
      <vt:lpstr>b) Perform LL rotation when after deletion of a node the balance factor of a node changes to +2 and the balance factor of its left child is 0.</vt:lpstr>
      <vt:lpstr>c) Perform LR rotation when after deletion of a node the balance factor of a node changes to +2 and the balance factor of its left child is -1.</vt:lpstr>
      <vt:lpstr>Case 2: Deleting a Node from the Left Subtree</vt:lpstr>
      <vt:lpstr>b) Perform RR rotation when after deletion of a node the balance factor of a node changes to -2 and the balance factor of its left child is 0.</vt:lpstr>
      <vt:lpstr>c) Perform RL rotation when after deletion of a node the balance factor of a node changes to -2 and the balance factor of its left child is 1.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U23CS301-Data Structures</dc:title>
  <dc:creator>Parvathy Krishnakumar</dc:creator>
  <cp:lastModifiedBy>Parvathy Krishnakumar</cp:lastModifiedBy>
  <cp:revision>1</cp:revision>
  <dcterms:created xsi:type="dcterms:W3CDTF">2024-05-02T10:18:36Z</dcterms:created>
  <dcterms:modified xsi:type="dcterms:W3CDTF">2024-05-02T10:19:28Z</dcterms:modified>
</cp:coreProperties>
</file>